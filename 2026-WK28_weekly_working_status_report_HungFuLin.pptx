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3" autoAdjust="0"/>
    <p:restoredTop sz="81651" autoAdjust="0"/>
  </p:normalViewPr>
  <p:slideViewPr>
    <p:cSldViewPr snapToGrid="0" snapToObjects="1">
      <p:cViewPr varScale="1">
        <p:scale>
          <a:sx n="82" d="100"/>
          <a:sy n="82" d="100"/>
        </p:scale>
        <p:origin x="1236" y="84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10,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10,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</a:t>
            </a:r>
            <a:r>
              <a:rPr lang="en-US" sz="8500"/>
              <a:t>2026 WK28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10</a:t>
            </a:r>
            <a:r>
              <a:rPr lang="en-US" altLang="zh-TW" baseline="30000" dirty="0"/>
              <a:t>th</a:t>
            </a:r>
            <a:r>
              <a:rPr lang="en-US" altLang="zh-TW" dirty="0"/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284633"/>
              </p:ext>
            </p:extLst>
          </p:nvPr>
        </p:nvGraphicFramePr>
        <p:xfrm>
          <a:off x="727671" y="1372926"/>
          <a:ext cx="13347362" cy="5456939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875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6/1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Modify RX-Blocking translation rule. 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7/6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v3.4.0 and v3.4.1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1. NR1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一律追加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[VR]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欄位；值依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MpFuse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分別控制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2. NR1 CHKROUT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前置：向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SFIS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反查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BDID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FUSELVL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並比對（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step6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）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3. mfg_info.ini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自動掃描組數（不再依賴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Work_Order_Pairs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）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4. GUI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新增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SFIS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回應非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OK#/FAIL#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的待確認資料（保留補送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/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作廢封存）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5. 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修正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step6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反查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Chkrout_Query_Interval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=1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失效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6. step6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反查查詢字串由「三筆」改為「兩筆（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PN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版／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MO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版）」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7. 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GUI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主畫面被截字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Develop Octavia tool v3.5.0 – for PRQ case.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sng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 project module and config.(Ongoing)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Trail run all projects.(2035NR…2308T1_OQC)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- ATE to Mars, Mars to SFIS, SFIS to Mars.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412436"/>
              </p:ext>
            </p:extLst>
          </p:nvPr>
        </p:nvGraphicFramePr>
        <p:xfrm>
          <a:off x="727671" y="1372926"/>
          <a:ext cx="13347362" cy="2719736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Pending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6/15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6/25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Architecture Design — Defined a modular 4-layer architecture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Manager Responsibility Specification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DUT Connection Topology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Unified Internal Message Format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DUT plug in layer.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Study the code flow.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452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10190</TotalTime>
  <Words>358</Words>
  <Application>Microsoft Office PowerPoint</Application>
  <PresentationFormat>自訂</PresentationFormat>
  <Paragraphs>75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Heiti TC Light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WK28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547</cp:revision>
  <dcterms:created xsi:type="dcterms:W3CDTF">2020-05-05T05:12:04Z</dcterms:created>
  <dcterms:modified xsi:type="dcterms:W3CDTF">2026-07-10T02:36:47Z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
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3" autoAdjust="0"/>
    <p:restoredTop sz="92007" autoAdjust="0"/>
  </p:normalViewPr>
  <p:slideViewPr>
    <p:cSldViewPr snapToGrid="0" snapToObjects="1">
      <p:cViewPr varScale="1">
        <p:scale>
          <a:sx n="92" d="100"/>
          <a:sy n="92" d="100"/>
        </p:scale>
        <p:origin x="768" y="90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September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September 11,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</a:t>
            </a:r>
            <a:r>
              <a:rPr lang="en-US" altLang="zh-TW" sz="8500" dirty="0"/>
              <a:t>7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11</a:t>
            </a:r>
            <a:r>
              <a:rPr lang="en-US" altLang="zh-TW" baseline="30000" dirty="0"/>
              <a:t>th</a:t>
            </a:r>
            <a:r>
              <a:rPr lang="en-US" altLang="zh-TW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5873675"/>
              </p:ext>
            </p:extLst>
          </p:nvPr>
        </p:nvGraphicFramePr>
        <p:xfrm>
          <a:off x="727671" y="1372926"/>
          <a:ext cx="13347362" cy="3430864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38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9/10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Review Octavia log for SB9024 error issue.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 It is a testing issue. Unrelated to Octavia.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cs typeface="Calibri"/>
                          <a:sym typeface="Calibri"/>
                        </a:rPr>
                        <a:t>9/7</a:t>
                      </a:r>
                      <a:endParaRPr lang="en-US" altLang="zh-TW" sz="1400" b="0" i="0" strike="noStrike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9/11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9/11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Using Gemini CLI (via MCP) for cross-model code review of the Octavia SFIS Tool.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Push it to git server (</a:t>
                      </a:r>
                      <a:r>
                        <a:rPr lang="en-US" altLang="zh-TW" sz="11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New_Octavia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) on 8/14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Added MD5 verification function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and WM2403 NR1(refer to WM2305 NR1) project.</a:t>
                      </a:r>
                      <a:endParaRPr lang="zh-TW" altLang="zh-TW" sz="11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Drafted new ATE-to-Octavia interface specification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.</a:t>
                      </a:r>
                      <a:endParaRPr lang="zh-TW" altLang="zh-TW" sz="11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zh-TW" sz="11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821518"/>
              </p:ext>
            </p:extLst>
          </p:nvPr>
        </p:nvGraphicFramePr>
        <p:xfrm>
          <a:off x="727671" y="1372926"/>
          <a:ext cx="13347362" cy="4309776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Adaptive and Modular Test Systems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8/28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Integration projects -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WIFI_Harmonic 諧波測試導入 UATE，真機驗證通過</a:t>
                      </a:r>
                      <a:endParaRPr lang="en-US" altLang="zh-TW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231 automated regression tests + version control (none previously)</a:t>
                      </a:r>
                      <a:endParaRPr lang="en-US" altLang="zh-TW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Config GUI completed — no JSON editing required for daily use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zh-TW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6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Keysight NA </a:t>
                      </a:r>
                      <a:r>
                        <a:rPr lang="zh-TW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Instrument Control Library</a:t>
                      </a:r>
                      <a:endParaRPr lang="en-US" altLang="zh-TW" sz="1400" b="1" i="1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9/2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Keysight_NA: refactored VNA control tool into a multi-model architecture (N5232A / N5227B / N5277B)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connection protocol auto-detection and local transfer of measurement data and screen captures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Validated on N5227B hardware; fixed two defects only reproducible on a real instrument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Published to Gitea and released v3.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700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11165</TotalTime>
  <Words>388</Words>
  <Application>Microsoft Office PowerPoint</Application>
  <PresentationFormat>自訂</PresentationFormat>
  <Paragraphs>79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5" baseType="lpstr">
      <vt:lpstr>Heiti TC Light</vt:lpstr>
      <vt:lpstr>微軟正黑體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WK37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572</cp:revision>
  <dcterms:created xsi:type="dcterms:W3CDTF">2020-05-05T05:12:04Z</dcterms:created>
  <dcterms:modified xsi:type="dcterms:W3CDTF">2026-09-11T02:31:48Z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
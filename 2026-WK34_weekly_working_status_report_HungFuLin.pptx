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92007" autoAdjust="0"/>
  </p:normalViewPr>
  <p:slideViewPr>
    <p:cSldViewPr snapToGrid="0" snapToObjects="1">
      <p:cViewPr varScale="1">
        <p:scale>
          <a:sx n="80" d="100"/>
          <a:sy n="80" d="100"/>
        </p:scale>
        <p:origin x="228" y="56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21,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August 21,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WK34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21</a:t>
            </a:r>
            <a:r>
              <a:rPr lang="en-US" altLang="zh-TW" baseline="30000" dirty="0"/>
              <a:t>th</a:t>
            </a:r>
            <a:r>
              <a:rPr lang="en-US" altLang="zh-TW" dirty="0"/>
              <a:t> August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96996"/>
              </p:ext>
            </p:extLst>
          </p:nvPr>
        </p:nvGraphicFramePr>
        <p:xfrm>
          <a:off x="727671" y="1372926"/>
          <a:ext cx="13347362" cy="4806942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Using Gemini CLI (via MCP) for cross-model code review of the Octavia SFIS Tool.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Push it to git server (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New_Octavia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) on 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520620"/>
              </p:ext>
            </p:extLst>
          </p:nvPr>
        </p:nvGraphicFramePr>
        <p:xfrm>
          <a:off x="727671" y="1372926"/>
          <a:ext cx="13347362" cy="322265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8/21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8/21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Integration projects - </a:t>
                      </a: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WIFI_Harmonic 諧波測試導入 UATE，真機驗證通過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- </a:t>
                      </a: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Centralized connection settings — swapping instruments no longer touches vendor package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- </a:t>
                      </a: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three-stage pre-run validation to catch config errors early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zh-TW" sz="21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10812</TotalTime>
  <Words>375</Words>
  <Application>Microsoft Office PowerPoint</Application>
  <PresentationFormat>自訂</PresentationFormat>
  <Paragraphs>71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WK34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565</cp:revision>
  <dcterms:created xsi:type="dcterms:W3CDTF">2020-05-05T05:12:04Z</dcterms:created>
  <dcterms:modified xsi:type="dcterms:W3CDTF">2026-08-21T07:44:34Z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
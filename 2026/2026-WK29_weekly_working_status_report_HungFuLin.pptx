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5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7" r:id="rId2"/>
    <p:sldMasterId id="2147483681" r:id="rId3"/>
    <p:sldMasterId id="2147483697" r:id="rId4"/>
    <p:sldMasterId id="2147483701" r:id="rId5"/>
    <p:sldMasterId id="2147483709" r:id="rId6"/>
  </p:sldMasterIdLst>
  <p:notesMasterIdLst>
    <p:notesMasterId r:id="rId11"/>
  </p:notesMasterIdLst>
  <p:handoutMasterIdLst>
    <p:handoutMasterId r:id="rId12"/>
  </p:handoutMasterIdLst>
  <p:sldIdLst>
    <p:sldId id="258" r:id="rId7"/>
    <p:sldId id="292" r:id="rId8"/>
    <p:sldId id="365" r:id="rId9"/>
    <p:sldId id="363" r:id="rId10"/>
  </p:sldIdLst>
  <p:sldSz cx="14255750" cy="8020050"/>
  <p:notesSz cx="6858000" cy="9144000"/>
  <p:defaultTextStyle>
    <a:defPPr>
      <a:defRPr lang="en-US"/>
    </a:defPPr>
    <a:lvl1pPr marL="0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34439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6887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603318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37755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72196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20663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741073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75512" algn="l" defTabSz="534439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6">
          <p15:clr>
            <a:srgbClr val="A4A3A4"/>
          </p15:clr>
        </p15:guide>
        <p15:guide id="2" pos="3367">
          <p15:clr>
            <a:srgbClr val="A4A3A4"/>
          </p15:clr>
        </p15:guide>
        <p15:guide id="3" pos="44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FF"/>
    <a:srgbClr val="FFFFFF"/>
    <a:srgbClr val="41FFFF"/>
    <a:srgbClr val="DCDCDC"/>
    <a:srgbClr val="2A5AE6"/>
    <a:srgbClr val="235FCD"/>
    <a:srgbClr val="2A6AE2"/>
    <a:srgbClr val="46ABF4"/>
    <a:srgbClr val="3CE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B00A09-3354-41AA-85FD-9941E59F4B11}" v="11" dt="2024-05-03T02:28:03.4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13" autoAdjust="0"/>
    <p:restoredTop sz="81651" autoAdjust="0"/>
  </p:normalViewPr>
  <p:slideViewPr>
    <p:cSldViewPr snapToGrid="0" snapToObjects="1">
      <p:cViewPr varScale="1">
        <p:scale>
          <a:sx n="82" d="100"/>
          <a:sy n="82" d="100"/>
        </p:scale>
        <p:origin x="1236" y="84"/>
      </p:cViewPr>
      <p:guideLst>
        <p:guide orient="horz" pos="2526"/>
        <p:guide pos="3367"/>
        <p:guide pos="44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ng Fu Lin 林鴻富" userId="24e90794-23a9-4a94-b676-0b5615d211e1" providerId="ADAL" clId="{7C1ABA8C-7D68-4C57-975E-3E3BD3AEE64D}"/>
    <pc:docChg chg="undo custSel addSld delSld modSld sldOrd">
      <pc:chgData name="Hung Fu Lin 林鴻富" userId="24e90794-23a9-4a94-b676-0b5615d211e1" providerId="ADAL" clId="{7C1ABA8C-7D68-4C57-975E-3E3BD3AEE64D}" dt="2024-01-04T02:19:16.048" v="657" actId="47"/>
      <pc:docMkLst>
        <pc:docMk/>
      </pc:docMkLst>
      <pc:sldChg chg="modSp mod">
        <pc:chgData name="Hung Fu Lin 林鴻富" userId="24e90794-23a9-4a94-b676-0b5615d211e1" providerId="ADAL" clId="{7C1ABA8C-7D68-4C57-975E-3E3BD3AEE64D}" dt="2023-12-29T01:18:39.197" v="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C1ABA8C-7D68-4C57-975E-3E3BD3AEE64D}" dt="2023-12-29T01:18:33.933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C1ABA8C-7D68-4C57-975E-3E3BD3AEE64D}" dt="2023-12-29T01:18:39.197" v="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C1ABA8C-7D68-4C57-975E-3E3BD3AEE64D}" dt="2023-12-29T02:42:21.840" v="571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C1ABA8C-7D68-4C57-975E-3E3BD3AEE64D}" dt="2023-12-29T02:42:21.840" v="571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new del mod ord">
        <pc:chgData name="Hung Fu Lin 林鴻富" userId="24e90794-23a9-4a94-b676-0b5615d211e1" providerId="ADAL" clId="{7C1ABA8C-7D68-4C57-975E-3E3BD3AEE64D}" dt="2023-12-29T01:46:46.282" v="11" actId="47"/>
        <pc:sldMkLst>
          <pc:docMk/>
          <pc:sldMk cId="3860666025" sldId="307"/>
        </pc:sldMkLst>
        <pc:spChg chg="del">
          <ac:chgData name="Hung Fu Lin 林鴻富" userId="24e90794-23a9-4a94-b676-0b5615d211e1" providerId="ADAL" clId="{7C1ABA8C-7D68-4C57-975E-3E3BD3AEE64D}" dt="2023-12-29T01:25:39.511" v="7" actId="478"/>
          <ac:spMkLst>
            <pc:docMk/>
            <pc:sldMk cId="3860666025" sldId="307"/>
            <ac:spMk id="2" creationId="{192DF1CC-7208-ADB4-C389-69D0C4E77D1B}"/>
          </ac:spMkLst>
        </pc:spChg>
        <pc:spChg chg="del">
          <ac:chgData name="Hung Fu Lin 林鴻富" userId="24e90794-23a9-4a94-b676-0b5615d211e1" providerId="ADAL" clId="{7C1ABA8C-7D68-4C57-975E-3E3BD3AEE64D}" dt="2023-12-29T01:25:42.210" v="8" actId="478"/>
          <ac:spMkLst>
            <pc:docMk/>
            <pc:sldMk cId="3860666025" sldId="307"/>
            <ac:spMk id="3" creationId="{7D677BF5-FB85-90A0-D3B5-2673A0388220}"/>
          </ac:spMkLst>
        </pc:spChg>
      </pc:sldChg>
      <pc:sldChg chg="addSp modSp add mod">
        <pc:chgData name="Hung Fu Lin 林鴻富" userId="24e90794-23a9-4a94-b676-0b5615d211e1" providerId="ADAL" clId="{7C1ABA8C-7D68-4C57-975E-3E3BD3AEE64D}" dt="2023-12-29T02:46:36.267" v="655" actId="1035"/>
        <pc:sldMkLst>
          <pc:docMk/>
          <pc:sldMk cId="4102840232" sldId="309"/>
        </pc:sldMkLst>
        <pc:spChg chg="add mod">
          <ac:chgData name="Hung Fu Lin 林鴻富" userId="24e90794-23a9-4a94-b676-0b5615d211e1" providerId="ADAL" clId="{7C1ABA8C-7D68-4C57-975E-3E3BD3AEE64D}" dt="2023-12-29T02:45:56.993" v="618"/>
          <ac:spMkLst>
            <pc:docMk/>
            <pc:sldMk cId="4102840232" sldId="309"/>
            <ac:spMk id="2" creationId="{0AB53198-4163-FFAD-BFC6-52AB80F0FC19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6" creationId="{73901F53-A29C-2CF4-F1D9-E55F9D211C1B}"/>
          </ac:spMkLst>
        </pc:spChg>
        <pc:spChg chg="mod">
          <ac:chgData name="Hung Fu Lin 林鴻富" userId="24e90794-23a9-4a94-b676-0b5615d211e1" providerId="ADAL" clId="{7C1ABA8C-7D68-4C57-975E-3E3BD3AEE64D}" dt="2023-12-29T02:46:09.760" v="637" actId="14100"/>
          <ac:spMkLst>
            <pc:docMk/>
            <pc:sldMk cId="4102840232" sldId="309"/>
            <ac:spMk id="7" creationId="{EFBD8BE6-4EFB-DAEF-89C2-5D34228457B5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8" creationId="{D824B6C4-FC83-EAD5-7143-AB52B47C1898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9" creationId="{87AFF64C-85F3-0728-AEB7-955AE990D97B}"/>
          </ac:spMkLst>
        </pc:spChg>
        <pc:spChg chg="mod">
          <ac:chgData name="Hung Fu Lin 林鴻富" userId="24e90794-23a9-4a94-b676-0b5615d211e1" providerId="ADAL" clId="{7C1ABA8C-7D68-4C57-975E-3E3BD3AEE64D}" dt="2023-12-29T02:46:36.267" v="655" actId="1035"/>
          <ac:spMkLst>
            <pc:docMk/>
            <pc:sldMk cId="4102840232" sldId="309"/>
            <ac:spMk id="10" creationId="{D33F8051-AB53-611D-4071-06F83D12C4F7}"/>
          </ac:spMkLst>
        </pc:spChg>
        <pc:spChg chg="mod">
          <ac:chgData name="Hung Fu Lin 林鴻富" userId="24e90794-23a9-4a94-b676-0b5615d211e1" providerId="ADAL" clId="{7C1ABA8C-7D68-4C57-975E-3E3BD3AEE64D}" dt="2023-12-29T02:46:04.208" v="636" actId="1036"/>
          <ac:spMkLst>
            <pc:docMk/>
            <pc:sldMk cId="4102840232" sldId="309"/>
            <ac:spMk id="11" creationId="{D2F4869D-85DA-4BB3-E701-D3FBC33E207C}"/>
          </ac:spMkLst>
        </pc:spChg>
        <pc:spChg chg="mod">
          <ac:chgData name="Hung Fu Lin 林鴻富" userId="24e90794-23a9-4a94-b676-0b5615d211e1" providerId="ADAL" clId="{7C1ABA8C-7D68-4C57-975E-3E3BD3AEE64D}" dt="2023-12-29T02:46:15.400" v="638" actId="1076"/>
          <ac:spMkLst>
            <pc:docMk/>
            <pc:sldMk cId="4102840232" sldId="309"/>
            <ac:spMk id="13" creationId="{7AEA8923-B850-900B-61CB-4FFA193A66F7}"/>
          </ac:spMkLst>
        </pc:spChg>
      </pc:sldChg>
      <pc:sldChg chg="addSp delSp modSp add mod">
        <pc:chgData name="Hung Fu Lin 林鴻富" userId="24e90794-23a9-4a94-b676-0b5615d211e1" providerId="ADAL" clId="{7C1ABA8C-7D68-4C57-975E-3E3BD3AEE64D}" dt="2023-12-29T02:30:57.516" v="207" actId="571"/>
        <pc:sldMkLst>
          <pc:docMk/>
          <pc:sldMk cId="462563772" sldId="310"/>
        </pc:sldMkLst>
        <pc:spChg chg="add del mod">
          <ac:chgData name="Hung Fu Lin 林鴻富" userId="24e90794-23a9-4a94-b676-0b5615d211e1" providerId="ADAL" clId="{7C1ABA8C-7D68-4C57-975E-3E3BD3AEE64D}" dt="2023-12-29T02:11:58.732" v="29" actId="478"/>
          <ac:spMkLst>
            <pc:docMk/>
            <pc:sldMk cId="462563772" sldId="310"/>
            <ac:spMk id="4" creationId="{A4C9EFC3-8AE2-77CA-23E6-F707EEDED27B}"/>
          </ac:spMkLst>
        </pc:spChg>
        <pc:spChg chg="add mod">
          <ac:chgData name="Hung Fu Lin 林鴻富" userId="24e90794-23a9-4a94-b676-0b5615d211e1" providerId="ADAL" clId="{7C1ABA8C-7D68-4C57-975E-3E3BD3AEE64D}" dt="2023-12-29T02:11:52.493" v="26" actId="14100"/>
          <ac:spMkLst>
            <pc:docMk/>
            <pc:sldMk cId="462563772" sldId="310"/>
            <ac:spMk id="10" creationId="{A9F3651E-9D55-9B2A-71A0-6F60D24A265D}"/>
          </ac:spMkLst>
        </pc:spChg>
        <pc:spChg chg="add mod">
          <ac:chgData name="Hung Fu Lin 林鴻富" userId="24e90794-23a9-4a94-b676-0b5615d211e1" providerId="ADAL" clId="{7C1ABA8C-7D68-4C57-975E-3E3BD3AEE64D}" dt="2023-12-29T02:12:08.431" v="31" actId="14100"/>
          <ac:spMkLst>
            <pc:docMk/>
            <pc:sldMk cId="462563772" sldId="310"/>
            <ac:spMk id="15" creationId="{53954C23-E6EC-EEC9-F86D-DEE0AC4F5CEE}"/>
          </ac:spMkLst>
        </pc:spChg>
        <pc:spChg chg="mod">
          <ac:chgData name="Hung Fu Lin 林鴻富" userId="24e90794-23a9-4a94-b676-0b5615d211e1" providerId="ADAL" clId="{7C1ABA8C-7D68-4C57-975E-3E3BD3AEE64D}" dt="2023-12-29T02:11:49.201" v="25" actId="14100"/>
          <ac:spMkLst>
            <pc:docMk/>
            <pc:sldMk cId="462563772" sldId="310"/>
            <ac:spMk id="24" creationId="{CE6CAA0F-0912-0509-FBCD-5BF9AD728C1A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2" creationId="{47FDD232-557E-BDAA-A8F0-927250D31120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4" creationId="{37B76156-6079-E265-03EB-1AE45DF56E81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5" creationId="{E25C247E-FFCA-0064-8E20-282792B284E4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6" creationId="{5C80F17B-D935-24EB-0987-6FAC92DE6028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7" creationId="{BF87B327-748E-83DA-A696-C81DE0AAF73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39" creationId="{6E94C75D-C3AB-DE7C-FBCF-8834EF1811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2" creationId="{9005F62D-6DEE-7142-7503-4B1C377121F9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3" creationId="{093B9FC0-4634-409D-B2D2-797BDEBA3F7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5" creationId="{C88560BE-668F-72C8-886A-7EE8FDB98F83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6" creationId="{AF00EE36-94EA-59CF-605C-BECDE5A90436}"/>
          </ac:spMkLst>
        </pc:spChg>
        <pc:spChg chg="add mod">
          <ac:chgData name="Hung Fu Lin 林鴻富" userId="24e90794-23a9-4a94-b676-0b5615d211e1" providerId="ADAL" clId="{7C1ABA8C-7D68-4C57-975E-3E3BD3AEE64D}" dt="2023-12-29T02:30:57.516" v="207" actId="571"/>
          <ac:spMkLst>
            <pc:docMk/>
            <pc:sldMk cId="462563772" sldId="310"/>
            <ac:spMk id="47" creationId="{9CDCBD58-56FE-5C10-8B6F-F5140D6EF3DC}"/>
          </ac:spMkLst>
        </pc:spChg>
      </pc:sldChg>
      <pc:sldChg chg="addSp delSp modSp new mod ord">
        <pc:chgData name="Hung Fu Lin 林鴻富" userId="24e90794-23a9-4a94-b676-0b5615d211e1" providerId="ADAL" clId="{7C1ABA8C-7D68-4C57-975E-3E3BD3AEE64D}" dt="2023-12-29T02:37:35.195" v="374"/>
        <pc:sldMkLst>
          <pc:docMk/>
          <pc:sldMk cId="2200115723" sldId="311"/>
        </pc:sldMkLst>
        <pc:spChg chg="mod">
          <ac:chgData name="Hung Fu Lin 林鴻富" userId="24e90794-23a9-4a94-b676-0b5615d211e1" providerId="ADAL" clId="{7C1ABA8C-7D68-4C57-975E-3E3BD3AEE64D}" dt="2023-12-29T02:23:16.842" v="37" actId="20577"/>
          <ac:spMkLst>
            <pc:docMk/>
            <pc:sldMk cId="2200115723" sldId="311"/>
            <ac:spMk id="2" creationId="{BB2DE1F0-BFAA-EB8E-6630-3BA03D1B2589}"/>
          </ac:spMkLst>
        </pc:spChg>
        <pc:spChg chg="del">
          <ac:chgData name="Hung Fu Lin 林鴻富" userId="24e90794-23a9-4a94-b676-0b5615d211e1" providerId="ADAL" clId="{7C1ABA8C-7D68-4C57-975E-3E3BD3AEE64D}" dt="2023-12-29T02:23:19.517" v="38" actId="478"/>
          <ac:spMkLst>
            <pc:docMk/>
            <pc:sldMk cId="2200115723" sldId="311"/>
            <ac:spMk id="3" creationId="{ADA4E3EA-D468-BF79-BD0D-E5817DD3A52D}"/>
          </ac:spMkLst>
        </pc:spChg>
        <pc:spChg chg="add mod">
          <ac:chgData name="Hung Fu Lin 林鴻富" userId="24e90794-23a9-4a94-b676-0b5615d211e1" providerId="ADAL" clId="{7C1ABA8C-7D68-4C57-975E-3E3BD3AEE64D}" dt="2023-12-29T02:26:54.233" v="59" actId="1582"/>
          <ac:spMkLst>
            <pc:docMk/>
            <pc:sldMk cId="2200115723" sldId="311"/>
            <ac:spMk id="11" creationId="{A93A894A-27D6-7FF5-1E72-F1BD2748A94C}"/>
          </ac:spMkLst>
        </pc:spChg>
        <pc:spChg chg="add mod">
          <ac:chgData name="Hung Fu Lin 林鴻富" userId="24e90794-23a9-4a94-b676-0b5615d211e1" providerId="ADAL" clId="{7C1ABA8C-7D68-4C57-975E-3E3BD3AEE64D}" dt="2023-12-29T02:27:01.434" v="62" actId="14100"/>
          <ac:spMkLst>
            <pc:docMk/>
            <pc:sldMk cId="2200115723" sldId="311"/>
            <ac:spMk id="19" creationId="{3CA6A51B-319B-7A57-F2A7-3A68C1E2EE07}"/>
          </ac:spMkLst>
        </pc:spChg>
        <pc:picChg chg="add mod">
          <ac:chgData name="Hung Fu Lin 林鴻富" userId="24e90794-23a9-4a94-b676-0b5615d211e1" providerId="ADAL" clId="{7C1ABA8C-7D68-4C57-975E-3E3BD3AEE64D}" dt="2023-12-29T02:23:23.348" v="41" actId="14100"/>
          <ac:picMkLst>
            <pc:docMk/>
            <pc:sldMk cId="2200115723" sldId="311"/>
            <ac:picMk id="6" creationId="{F624CCD8-9DC8-1AE4-2449-B1402B06F87B}"/>
          </ac:picMkLst>
        </pc:picChg>
        <pc:picChg chg="add mod">
          <ac:chgData name="Hung Fu Lin 林鴻富" userId="24e90794-23a9-4a94-b676-0b5615d211e1" providerId="ADAL" clId="{7C1ABA8C-7D68-4C57-975E-3E3BD3AEE64D}" dt="2023-12-29T02:24:04.239" v="45" actId="1076"/>
          <ac:picMkLst>
            <pc:docMk/>
            <pc:sldMk cId="2200115723" sldId="311"/>
            <ac:picMk id="8" creationId="{08FA02F7-16EB-56FF-6E4F-1A13EF28D01F}"/>
          </ac:picMkLst>
        </pc:picChg>
        <pc:picChg chg="add mod">
          <ac:chgData name="Hung Fu Lin 林鴻富" userId="24e90794-23a9-4a94-b676-0b5615d211e1" providerId="ADAL" clId="{7C1ABA8C-7D68-4C57-975E-3E3BD3AEE64D}" dt="2023-12-29T02:26:39.377" v="58" actId="1076"/>
          <ac:picMkLst>
            <pc:docMk/>
            <pc:sldMk cId="2200115723" sldId="311"/>
            <ac:picMk id="13" creationId="{1D9638CB-BA75-6F2E-2F9F-2E35583D014C}"/>
          </ac:picMkLst>
        </pc:picChg>
        <pc:cxnChg chg="add">
          <ac:chgData name="Hung Fu Lin 林鴻富" userId="24e90794-23a9-4a94-b676-0b5615d211e1" providerId="ADAL" clId="{7C1ABA8C-7D68-4C57-975E-3E3BD3AEE64D}" dt="2023-12-29T02:24:23.388" v="46" actId="11529"/>
          <ac:cxnSpMkLst>
            <pc:docMk/>
            <pc:sldMk cId="2200115723" sldId="311"/>
            <ac:cxnSpMk id="10" creationId="{B08D60D4-8F34-31CB-817A-E3B41E506CE2}"/>
          </ac:cxnSpMkLst>
        </pc:cxnChg>
        <pc:cxnChg chg="add mod">
          <ac:chgData name="Hung Fu Lin 林鴻富" userId="24e90794-23a9-4a94-b676-0b5615d211e1" providerId="ADAL" clId="{7C1ABA8C-7D68-4C57-975E-3E3BD3AEE64D}" dt="2023-12-29T02:26:20.154" v="54" actId="14100"/>
          <ac:cxnSpMkLst>
            <pc:docMk/>
            <pc:sldMk cId="2200115723" sldId="311"/>
            <ac:cxnSpMk id="15" creationId="{B448C9C3-A041-B506-74B3-8AAD4ECDFA87}"/>
          </ac:cxnSpMkLst>
        </pc:cxnChg>
      </pc:sldChg>
      <pc:sldChg chg="addSp delSp modSp new mod">
        <pc:chgData name="Hung Fu Lin 林鴻富" userId="24e90794-23a9-4a94-b676-0b5615d211e1" providerId="ADAL" clId="{7C1ABA8C-7D68-4C57-975E-3E3BD3AEE64D}" dt="2023-12-29T02:45:42.151" v="617" actId="1036"/>
        <pc:sldMkLst>
          <pc:docMk/>
          <pc:sldMk cId="3732318375" sldId="312"/>
        </pc:sldMkLst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2" creationId="{E8A3FE23-DC46-DA50-69A5-7A85EB6DE435}"/>
          </ac:spMkLst>
        </pc:spChg>
        <pc:spChg chg="del">
          <ac:chgData name="Hung Fu Lin 林鴻富" userId="24e90794-23a9-4a94-b676-0b5615d211e1" providerId="ADAL" clId="{7C1ABA8C-7D68-4C57-975E-3E3BD3AEE64D}" dt="2023-12-29T02:28:36.505" v="64" actId="478"/>
          <ac:spMkLst>
            <pc:docMk/>
            <pc:sldMk cId="3732318375" sldId="312"/>
            <ac:spMk id="3" creationId="{6AB97A90-A4A3-D16F-E0D5-B6C0ED3CDE0D}"/>
          </ac:spMkLst>
        </pc:spChg>
        <pc:spChg chg="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" creationId="{FF219979-DEFA-1C81-529A-5CAD9515BC1B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5" creationId="{157829BD-3890-E170-E840-3519943FB832}"/>
          </ac:spMkLst>
        </pc:spChg>
        <pc:spChg chg="add del mod">
          <ac:chgData name="Hung Fu Lin 林鴻富" userId="24e90794-23a9-4a94-b676-0b5615d211e1" providerId="ADAL" clId="{7C1ABA8C-7D68-4C57-975E-3E3BD3AEE64D}" dt="2023-12-29T02:29:19.514" v="71" actId="478"/>
          <ac:spMkLst>
            <pc:docMk/>
            <pc:sldMk cId="3732318375" sldId="312"/>
            <ac:spMk id="6" creationId="{1DA0749F-5A85-75FD-6E65-94F6926083A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7" creationId="{C76FEE09-A74E-2EE9-15D4-358508D59E43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8" creationId="{DB5B93AF-05F1-6752-985E-18DF4F25373E}"/>
          </ac:spMkLst>
        </pc:spChg>
        <pc:spChg chg="add del mod">
          <ac:chgData name="Hung Fu Lin 林鴻富" userId="24e90794-23a9-4a94-b676-0b5615d211e1" providerId="ADAL" clId="{7C1ABA8C-7D68-4C57-975E-3E3BD3AEE64D}" dt="2023-12-29T02:30:46.937" v="205" actId="478"/>
          <ac:spMkLst>
            <pc:docMk/>
            <pc:sldMk cId="3732318375" sldId="312"/>
            <ac:spMk id="9" creationId="{FFD8BCA0-BAF2-556E-C3A0-825227C7B627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0" creationId="{A1B0C773-1B36-9EFA-C446-69CB75E5AC75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11" creationId="{407855A5-AF96-42DC-4EA1-A4D4F458ED61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2" creationId="{38FB3EFF-7DDD-A381-BE03-12FAA3CBAD4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3" creationId="{20280BCB-4B07-B5FF-C024-9E919B63DAFE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4" creationId="{4AE4C754-CD9C-2141-8474-93AB866DACE3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5" creationId="{447B61A7-879D-A7BC-53F8-61B35F8D68AC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6" creationId="{33DDD44D-4F10-F432-FF43-CCBB39B223FD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7" creationId="{E98CC869-CB3A-5936-8B92-86F3A83C7CD5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8" creationId="{3BCA8F72-B3C1-8E82-03B5-CDCB22636F3A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19" creationId="{4ABE6DF1-6894-0EB5-21B9-CABD16A14F56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0" creationId="{23AF8930-F376-6965-A211-E61872EF2032}"/>
          </ac:spMkLst>
        </pc:spChg>
        <pc:spChg chg="add del mod">
          <ac:chgData name="Hung Fu Lin 林鴻富" userId="24e90794-23a9-4a94-b676-0b5615d211e1" providerId="ADAL" clId="{7C1ABA8C-7D68-4C57-975E-3E3BD3AEE64D}" dt="2023-12-29T02:30:40.531" v="204" actId="478"/>
          <ac:spMkLst>
            <pc:docMk/>
            <pc:sldMk cId="3732318375" sldId="312"/>
            <ac:spMk id="21" creationId="{0D41B43D-359F-5016-EDD8-6EBB3E481551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2" creationId="{3EC49636-5F92-32FF-FCED-5CAC7E7B66D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3" creationId="{F6894B2E-9BD1-5533-5A17-F596427C127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4" creationId="{FA92C5A0-71EB-BECE-1175-4E3ABCAE7348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5" creationId="{D75F7633-B7B3-7CB2-D947-988FA9FD97A6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6" creationId="{7CD2A73D-6EF9-C4A7-A6F6-39A20DF33A2E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7" creationId="{B20830CC-2E6A-EBB2-3EC7-B8A217B967CF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8" creationId="{4968D7C6-163A-E2A0-B5EC-CAD5E6805BB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29" creationId="{0D01AA22-6F76-8B96-3E18-67B7064C5AF5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0" creationId="{FE8B1AAE-B23B-7829-420F-97AEB8D62B2D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1" creationId="{1DFC8791-53F3-E579-A5CB-297CED69F62C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2" creationId="{F4995A07-8F57-F508-21A4-E77130EDF200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3" creationId="{5115303F-B2F6-234D-86E9-2CC6460DB217}"/>
          </ac:spMkLst>
        </pc:spChg>
        <pc:spChg chg="add mod">
          <ac:chgData name="Hung Fu Lin 林鴻富" userId="24e90794-23a9-4a94-b676-0b5615d211e1" providerId="ADAL" clId="{7C1ABA8C-7D68-4C57-975E-3E3BD3AEE64D}" dt="2023-12-29T02:45:42.151" v="617" actId="1036"/>
          <ac:spMkLst>
            <pc:docMk/>
            <pc:sldMk cId="3732318375" sldId="312"/>
            <ac:spMk id="34" creationId="{22B2FA92-F8CC-6F63-9BD0-96BD9D25125D}"/>
          </ac:spMkLst>
        </pc:spChg>
        <pc:spChg chg="add del mod">
          <ac:chgData name="Hung Fu Lin 林鴻富" userId="24e90794-23a9-4a94-b676-0b5615d211e1" providerId="ADAL" clId="{7C1ABA8C-7D68-4C57-975E-3E3BD3AEE64D}" dt="2023-12-29T02:34:31.808" v="342" actId="21"/>
          <ac:spMkLst>
            <pc:docMk/>
            <pc:sldMk cId="3732318375" sldId="312"/>
            <ac:spMk id="35" creationId="{F1E81848-7A51-EC23-612F-38A4C29D1286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6" creationId="{48261F08-DB30-2306-C24D-E7139E85673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7" creationId="{374A7C01-9786-6B5B-5520-16789E3A6FBE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8" creationId="{F24BDD83-1B0D-A015-57AA-7D490ED48504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39" creationId="{8CB4E0F9-A3E0-C835-DE18-EA0C27FC459A}"/>
          </ac:spMkLst>
        </pc:spChg>
        <pc:spChg chg="add mod">
          <ac:chgData name="Hung Fu Lin 林鴻富" userId="24e90794-23a9-4a94-b676-0b5615d211e1" providerId="ADAL" clId="{7C1ABA8C-7D68-4C57-975E-3E3BD3AEE64D}" dt="2023-12-29T02:44:57.963" v="588" actId="1036"/>
          <ac:spMkLst>
            <pc:docMk/>
            <pc:sldMk cId="3732318375" sldId="312"/>
            <ac:spMk id="40" creationId="{B18BF407-9430-4A05-5CF8-106AA5320949}"/>
          </ac:spMkLst>
        </pc:spChg>
        <pc:spChg chg="add del mod">
          <ac:chgData name="Hung Fu Lin 林鴻富" userId="24e90794-23a9-4a94-b676-0b5615d211e1" providerId="ADAL" clId="{7C1ABA8C-7D68-4C57-975E-3E3BD3AEE64D}" dt="2023-12-29T02:45:04.157" v="589" actId="478"/>
          <ac:spMkLst>
            <pc:docMk/>
            <pc:sldMk cId="3732318375" sldId="312"/>
            <ac:spMk id="49" creationId="{21AE198C-ACBB-5868-C096-4E8DF8040AE1}"/>
          </ac:spMkLst>
        </pc:spChg>
        <pc:spChg chg="add del mod">
          <ac:chgData name="Hung Fu Lin 林鴻富" userId="24e90794-23a9-4a94-b676-0b5615d211e1" providerId="ADAL" clId="{7C1ABA8C-7D68-4C57-975E-3E3BD3AEE64D}" dt="2023-12-29T02:45:16.918" v="591" actId="478"/>
          <ac:spMkLst>
            <pc:docMk/>
            <pc:sldMk cId="3732318375" sldId="312"/>
            <ac:spMk id="51" creationId="{81ECE825-8362-44B5-1042-847E2EB67FE4}"/>
          </ac:spMkLst>
        </pc:spChg>
        <pc:spChg chg="add mod">
          <ac:chgData name="Hung Fu Lin 林鴻富" userId="24e90794-23a9-4a94-b676-0b5615d211e1" providerId="ADAL" clId="{7C1ABA8C-7D68-4C57-975E-3E3BD3AEE64D}" dt="2023-12-29T02:45:26.458" v="603" actId="20577"/>
          <ac:spMkLst>
            <pc:docMk/>
            <pc:sldMk cId="3732318375" sldId="312"/>
            <ac:spMk id="52" creationId="{E1D89A4A-E405-95CC-C857-924C4906E944}"/>
          </ac:spMkLst>
        </pc:spChg>
        <pc:cxnChg chg="add mod">
          <ac:chgData name="Hung Fu Lin 林鴻富" userId="24e90794-23a9-4a94-b676-0b5615d211e1" providerId="ADAL" clId="{7C1ABA8C-7D68-4C57-975E-3E3BD3AEE64D}" dt="2023-12-29T02:45:42.151" v="617" actId="1036"/>
          <ac:cxnSpMkLst>
            <pc:docMk/>
            <pc:sldMk cId="3732318375" sldId="312"/>
            <ac:cxnSpMk id="42" creationId="{BFBF44FE-A0AE-0111-CE16-5DE31CCB96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5" creationId="{F10F5761-0601-D75F-4302-4556ED8EDC38}"/>
          </ac:cxnSpMkLst>
        </pc:cxnChg>
        <pc:cxnChg chg="add mod">
          <ac:chgData name="Hung Fu Lin 林鴻富" userId="24e90794-23a9-4a94-b676-0b5615d211e1" providerId="ADAL" clId="{7C1ABA8C-7D68-4C57-975E-3E3BD3AEE64D}" dt="2023-12-29T02:44:57.963" v="588" actId="103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add ord">
        <pc:chgData name="Hung Fu Lin 林鴻富" userId="24e90794-23a9-4a94-b676-0b5615d211e1" providerId="ADAL" clId="{7C1ABA8C-7D68-4C57-975E-3E3BD3AEE64D}" dt="2023-12-29T02:37:46.543" v="377"/>
        <pc:sldMkLst>
          <pc:docMk/>
          <pc:sldMk cId="2634436" sldId="313"/>
        </pc:sldMkLst>
      </pc:sldChg>
      <pc:sldChg chg="new del">
        <pc:chgData name="Hung Fu Lin 林鴻富" userId="24e90794-23a9-4a94-b676-0b5615d211e1" providerId="ADAL" clId="{7C1ABA8C-7D68-4C57-975E-3E3BD3AEE64D}" dt="2024-01-04T02:19:16.048" v="657" actId="47"/>
        <pc:sldMkLst>
          <pc:docMk/>
          <pc:sldMk cId="4141583145" sldId="314"/>
        </pc:sldMkLst>
      </pc:sldChg>
    </pc:docChg>
  </pc:docChgLst>
  <pc:docChgLst>
    <pc:chgData name="Hung Fu Lin 林鴻富" userId="24e90794-23a9-4a94-b676-0b5615d211e1" providerId="ADAL" clId="{53D278D2-3D76-4EA9-92ED-77A347F992CE}"/>
    <pc:docChg chg="custSel delSld modSld">
      <pc:chgData name="Hung Fu Lin 林鴻富" userId="24e90794-23a9-4a94-b676-0b5615d211e1" providerId="ADAL" clId="{53D278D2-3D76-4EA9-92ED-77A347F992CE}" dt="2023-11-30T06:52:29.486" v="47" actId="20577"/>
      <pc:docMkLst>
        <pc:docMk/>
      </pc:docMkLst>
      <pc:sldChg chg="modSp mod">
        <pc:chgData name="Hung Fu Lin 林鴻富" userId="24e90794-23a9-4a94-b676-0b5615d211e1" providerId="ADAL" clId="{53D278D2-3D76-4EA9-92ED-77A347F992CE}" dt="2023-11-30T06:52:29.486" v="47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3D278D2-3D76-4EA9-92ED-77A347F992CE}" dt="2023-11-30T06:52:29.486" v="47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3D278D2-3D76-4EA9-92ED-77A347F992CE}" dt="2023-11-30T06:51:29.238" v="11" actId="20577"/>
          <ac:spMkLst>
            <pc:docMk/>
            <pc:sldMk cId="4034959011" sldId="258"/>
            <ac:spMk id="3" creationId="{00000000-0000-0000-0000-000000000000}"/>
          </ac:spMkLst>
        </pc:spChg>
      </pc:sldChg>
      <pc:sldChg chg="delSp modSp del mod">
        <pc:chgData name="Hung Fu Lin 林鴻富" userId="24e90794-23a9-4a94-b676-0b5615d211e1" providerId="ADAL" clId="{53D278D2-3D76-4EA9-92ED-77A347F992CE}" dt="2023-11-30T06:52:20.209" v="37" actId="47"/>
        <pc:sldMkLst>
          <pc:docMk/>
          <pc:sldMk cId="2801126818" sldId="291"/>
        </pc:sldMkLst>
        <pc:spChg chg="mod">
          <ac:chgData name="Hung Fu Lin 林鴻富" userId="24e90794-23a9-4a94-b676-0b5615d211e1" providerId="ADAL" clId="{53D278D2-3D76-4EA9-92ED-77A347F992CE}" dt="2023-11-30T06:51:39.839" v="16" actId="20577"/>
          <ac:spMkLst>
            <pc:docMk/>
            <pc:sldMk cId="2801126818" sldId="291"/>
            <ac:spMk id="2" creationId="{24B1389B-73F8-73E3-7945-E6F158394BE4}"/>
          </ac:spMkLst>
        </pc:spChg>
        <pc:spChg chg="mod">
          <ac:chgData name="Hung Fu Lin 林鴻富" userId="24e90794-23a9-4a94-b676-0b5615d211e1" providerId="ADAL" clId="{53D278D2-3D76-4EA9-92ED-77A347F992CE}" dt="2023-11-30T06:51:45.096" v="18" actId="6549"/>
          <ac:spMkLst>
            <pc:docMk/>
            <pc:sldMk cId="2801126818" sldId="291"/>
            <ac:spMk id="3" creationId="{5F2F6390-B20B-B3E1-6C5C-C9C270576D09}"/>
          </ac:spMkLst>
        </pc:spChg>
        <pc:spChg chg="del">
          <ac:chgData name="Hung Fu Lin 林鴻富" userId="24e90794-23a9-4a94-b676-0b5615d211e1" providerId="ADAL" clId="{53D278D2-3D76-4EA9-92ED-77A347F992CE}" dt="2023-11-30T06:51:48.838" v="19" actId="478"/>
          <ac:spMkLst>
            <pc:docMk/>
            <pc:sldMk cId="2801126818" sldId="291"/>
            <ac:spMk id="7" creationId="{23324E9E-630F-5A2D-917B-88554FD549DB}"/>
          </ac:spMkLst>
        </pc:spChg>
        <pc:spChg chg="del">
          <ac:chgData name="Hung Fu Lin 林鴻富" userId="24e90794-23a9-4a94-b676-0b5615d211e1" providerId="ADAL" clId="{53D278D2-3D76-4EA9-92ED-77A347F992CE}" dt="2023-11-30T06:51:49.367" v="20" actId="478"/>
          <ac:spMkLst>
            <pc:docMk/>
            <pc:sldMk cId="2801126818" sldId="291"/>
            <ac:spMk id="10" creationId="{7A5D0033-038B-E90A-C91E-FF7C52C813BD}"/>
          </ac:spMkLst>
        </pc:spChg>
        <pc:picChg chg="del">
          <ac:chgData name="Hung Fu Lin 林鴻富" userId="24e90794-23a9-4a94-b676-0b5615d211e1" providerId="ADAL" clId="{53D278D2-3D76-4EA9-92ED-77A347F992CE}" dt="2023-11-30T06:51:43.501" v="17" actId="478"/>
          <ac:picMkLst>
            <pc:docMk/>
            <pc:sldMk cId="2801126818" sldId="291"/>
            <ac:picMk id="8" creationId="{254117DF-6568-66D2-80D5-49E34355FBFB}"/>
          </ac:picMkLst>
        </pc:picChg>
      </pc:sldChg>
      <pc:sldChg chg="delSp modSp mod">
        <pc:chgData name="Hung Fu Lin 林鴻富" userId="24e90794-23a9-4a94-b676-0b5615d211e1" providerId="ADAL" clId="{53D278D2-3D76-4EA9-92ED-77A347F992CE}" dt="2023-11-30T06:52:17.944" v="36" actId="20577"/>
        <pc:sldMkLst>
          <pc:docMk/>
          <pc:sldMk cId="1075585444" sldId="292"/>
        </pc:sldMkLst>
        <pc:spChg chg="mod">
          <ac:chgData name="Hung Fu Lin 林鴻富" userId="24e90794-23a9-4a94-b676-0b5615d211e1" providerId="ADAL" clId="{53D278D2-3D76-4EA9-92ED-77A347F992CE}" dt="2023-11-30T06:52:17.944" v="36" actId="20577"/>
          <ac:spMkLst>
            <pc:docMk/>
            <pc:sldMk cId="1075585444" sldId="292"/>
            <ac:spMk id="2" creationId="{CC35850A-CA79-3371-9C55-14181A424C8F}"/>
          </ac:spMkLst>
        </pc:spChg>
        <pc:spChg chg="mod">
          <ac:chgData name="Hung Fu Lin 林鴻富" userId="24e90794-23a9-4a94-b676-0b5615d211e1" providerId="ADAL" clId="{53D278D2-3D76-4EA9-92ED-77A347F992CE}" dt="2023-11-30T06:52:10.717" v="23" actId="6549"/>
          <ac:spMkLst>
            <pc:docMk/>
            <pc:sldMk cId="1075585444" sldId="292"/>
            <ac:spMk id="3" creationId="{3C905494-509E-D8B1-A72D-28985E5D6D30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4" creationId="{6E5ACC1D-0EC7-2E2D-E862-1CCD3517212A}"/>
          </ac:spMkLst>
        </pc:spChg>
        <pc:spChg chg="del mod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7" creationId="{EEAE1FEE-5274-E4C4-73E3-1C18A948EBE8}"/>
          </ac:spMkLst>
        </pc:spChg>
        <pc:spChg chg="del">
          <ac:chgData name="Hung Fu Lin 林鴻富" userId="24e90794-23a9-4a94-b676-0b5615d211e1" providerId="ADAL" clId="{53D278D2-3D76-4EA9-92ED-77A347F992CE}" dt="2023-11-30T06:52:07.502" v="22" actId="478"/>
          <ac:spMkLst>
            <pc:docMk/>
            <pc:sldMk cId="1075585444" sldId="292"/>
            <ac:spMk id="8" creationId="{740E7660-2DE7-5510-842B-8C147BDC1BB7}"/>
          </ac:spMkLst>
        </pc:spChg>
        <pc:picChg chg="del">
          <ac:chgData name="Hung Fu Lin 林鴻富" userId="24e90794-23a9-4a94-b676-0b5615d211e1" providerId="ADAL" clId="{53D278D2-3D76-4EA9-92ED-77A347F992CE}" dt="2023-11-30T06:52:07.502" v="22" actId="478"/>
          <ac:picMkLst>
            <pc:docMk/>
            <pc:sldMk cId="1075585444" sldId="292"/>
            <ac:picMk id="6" creationId="{F1961944-1432-C99A-D4D1-6447C024341F}"/>
          </ac:picMkLst>
        </pc:picChg>
      </pc:sldChg>
      <pc:sldChg chg="del">
        <pc:chgData name="Hung Fu Lin 林鴻富" userId="24e90794-23a9-4a94-b676-0b5615d211e1" providerId="ADAL" clId="{53D278D2-3D76-4EA9-92ED-77A347F992CE}" dt="2023-11-30T06:52:22.297" v="38" actId="47"/>
        <pc:sldMkLst>
          <pc:docMk/>
          <pc:sldMk cId="3971096154" sldId="293"/>
        </pc:sldMkLst>
      </pc:sldChg>
    </pc:docChg>
  </pc:docChgLst>
  <pc:docChgLst>
    <pc:chgData name="Hung Fu Lin 林鴻富" userId="24e90794-23a9-4a94-b676-0b5615d211e1" providerId="ADAL" clId="{B4A5B3E8-F4AF-4340-A4F7-F42F1B42CFB8}"/>
    <pc:docChg chg="custSel modSld">
      <pc:chgData name="Hung Fu Lin 林鴻富" userId="24e90794-23a9-4a94-b676-0b5615d211e1" providerId="ADAL" clId="{B4A5B3E8-F4AF-4340-A4F7-F42F1B42CFB8}" dt="2024-02-23T08:56:46.866" v="68" actId="20577"/>
      <pc:docMkLst>
        <pc:docMk/>
      </pc:docMkLst>
      <pc:sldChg chg="modSp mod">
        <pc:chgData name="Hung Fu Lin 林鴻富" userId="24e90794-23a9-4a94-b676-0b5615d211e1" providerId="ADAL" clId="{B4A5B3E8-F4AF-4340-A4F7-F42F1B42CFB8}" dt="2024-02-23T08:56:46.866" v="6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A5B3E8-F4AF-4340-A4F7-F42F1B42CFB8}" dt="2024-02-23T08:56:41.374" v="6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A5B3E8-F4AF-4340-A4F7-F42F1B42CFB8}" dt="2024-02-23T08:56:46.866" v="6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A5B3E8-F4AF-4340-A4F7-F42F1B42CFB8}" dt="2024-02-23T08:56:23.744" v="65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A5B3E8-F4AF-4340-A4F7-F42F1B42CFB8}" dt="2024-02-23T08:56:23.744" v="65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A24B501C-B9D6-4218-B5E7-CE73728485F1}"/>
    <pc:docChg chg="undo custSel addSld delSld modSld sldOrd">
      <pc:chgData name="Hung Fu Lin 林鴻富" userId="24e90794-23a9-4a94-b676-0b5615d211e1" providerId="ADAL" clId="{A24B501C-B9D6-4218-B5E7-CE73728485F1}" dt="2024-01-11T06:37:26.947" v="1293" actId="1076"/>
      <pc:docMkLst>
        <pc:docMk/>
      </pc:docMkLst>
      <pc:sldChg chg="modSp mod">
        <pc:chgData name="Hung Fu Lin 林鴻富" userId="24e90794-23a9-4a94-b676-0b5615d211e1" providerId="ADAL" clId="{A24B501C-B9D6-4218-B5E7-CE73728485F1}" dt="2024-01-04T08:56:02.908" v="1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24B501C-B9D6-4218-B5E7-CE73728485F1}" dt="2024-01-04T08:55:40.707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24B501C-B9D6-4218-B5E7-CE73728485F1}" dt="2024-01-04T08:56:02.908" v="1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24B501C-B9D6-4218-B5E7-CE73728485F1}" dt="2024-01-05T02:50:07.360" v="1248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24B501C-B9D6-4218-B5E7-CE73728485F1}" dt="2024-01-05T02:50:07.360" v="1248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Sp mod">
        <pc:chgData name="Hung Fu Lin 林鴻富" userId="24e90794-23a9-4a94-b676-0b5615d211e1" providerId="ADAL" clId="{A24B501C-B9D6-4218-B5E7-CE73728485F1}" dt="2024-01-05T00:59:07.794" v="15" actId="478"/>
        <pc:sldMkLst>
          <pc:docMk/>
          <pc:sldMk cId="462563772" sldId="310"/>
        </pc:sldMkLst>
        <pc:spChg chg="del">
          <ac:chgData name="Hung Fu Lin 林鴻富" userId="24e90794-23a9-4a94-b676-0b5615d211e1" providerId="ADAL" clId="{A24B501C-B9D6-4218-B5E7-CE73728485F1}" dt="2024-01-05T00:59:07.794" v="15" actId="478"/>
          <ac:spMkLst>
            <pc:docMk/>
            <pc:sldMk cId="462563772" sldId="310"/>
            <ac:spMk id="10" creationId="{A9F3651E-9D55-9B2A-71A0-6F60D24A265D}"/>
          </ac:spMkLst>
        </pc:spChg>
        <pc:spChg chg="del">
          <ac:chgData name="Hung Fu Lin 林鴻富" userId="24e90794-23a9-4a94-b676-0b5615d211e1" providerId="ADAL" clId="{A24B501C-B9D6-4218-B5E7-CE73728485F1}" dt="2024-01-05T00:59:04.641" v="14" actId="478"/>
          <ac:spMkLst>
            <pc:docMk/>
            <pc:sldMk cId="462563772" sldId="310"/>
            <ac:spMk id="15" creationId="{53954C23-E6EC-EEC9-F86D-DEE0AC4F5CEE}"/>
          </ac:spMkLst>
        </pc:spChg>
      </pc:sldChg>
      <pc:sldChg chg="addSp delSp modSp mod ord">
        <pc:chgData name="Hung Fu Lin 林鴻富" userId="24e90794-23a9-4a94-b676-0b5615d211e1" providerId="ADAL" clId="{A24B501C-B9D6-4218-B5E7-CE73728485F1}" dt="2024-01-11T06:37:26.947" v="1293" actId="1076"/>
        <pc:sldMkLst>
          <pc:docMk/>
          <pc:sldMk cId="3732318375" sldId="312"/>
        </pc:sldMkLst>
        <pc:spChg chg="add del mod">
          <ac:chgData name="Hung Fu Lin 林鴻富" userId="24e90794-23a9-4a94-b676-0b5615d211e1" providerId="ADAL" clId="{A24B501C-B9D6-4218-B5E7-CE73728485F1}" dt="2024-01-05T01:18:12.006" v="98"/>
          <ac:spMkLst>
            <pc:docMk/>
            <pc:sldMk cId="3732318375" sldId="312"/>
            <ac:spMk id="2" creationId="{1DBA91CD-8D9A-E69D-A5C5-61B6B3100EF2}"/>
          </ac:spMkLst>
        </pc:spChg>
        <pc:spChg chg="add mod">
          <ac:chgData name="Hung Fu Lin 林鴻富" userId="24e90794-23a9-4a94-b676-0b5615d211e1" providerId="ADAL" clId="{A24B501C-B9D6-4218-B5E7-CE73728485F1}" dt="2024-01-11T06:37:06.103" v="1289" actId="5793"/>
          <ac:spMkLst>
            <pc:docMk/>
            <pc:sldMk cId="3732318375" sldId="312"/>
            <ac:spMk id="2" creationId="{A7BFFB22-6382-48E8-8BEB-9C8E19190335}"/>
          </ac:spMkLst>
        </pc:spChg>
        <pc:spChg chg="add del mod">
          <ac:chgData name="Hung Fu Lin 林鴻富" userId="24e90794-23a9-4a94-b676-0b5615d211e1" providerId="ADAL" clId="{A24B501C-B9D6-4218-B5E7-CE73728485F1}" dt="2024-01-05T01:18:15.141" v="100"/>
          <ac:spMkLst>
            <pc:docMk/>
            <pc:sldMk cId="3732318375" sldId="312"/>
            <ac:spMk id="3" creationId="{9742E98B-EA52-60EE-CE36-CDEEEA497475}"/>
          </ac:spMkLst>
        </pc:spChg>
        <pc:spChg chg="mod">
          <ac:chgData name="Hung Fu Lin 林鴻富" userId="24e90794-23a9-4a94-b676-0b5615d211e1" providerId="ADAL" clId="{A24B501C-B9D6-4218-B5E7-CE73728485F1}" dt="2024-01-11T06:37:20.751" v="1292" actId="1076"/>
          <ac:spMkLst>
            <pc:docMk/>
            <pc:sldMk cId="3732318375" sldId="312"/>
            <ac:spMk id="10" creationId="{A1B0C773-1B36-9EFA-C446-69CB75E5AC75}"/>
          </ac:spMkLst>
        </pc:spChg>
        <pc:spChg chg="mod">
          <ac:chgData name="Hung Fu Lin 林鴻富" userId="24e90794-23a9-4a94-b676-0b5615d211e1" providerId="ADAL" clId="{A24B501C-B9D6-4218-B5E7-CE73728485F1}" dt="2024-01-11T06:37:26.947" v="1293" actId="1076"/>
          <ac:spMkLst>
            <pc:docMk/>
            <pc:sldMk cId="3732318375" sldId="312"/>
            <ac:spMk id="11" creationId="{407855A5-AF96-42DC-4EA1-A4D4F458ED61}"/>
          </ac:spMkLst>
        </pc:spChg>
        <pc:spChg chg="del">
          <ac:chgData name="Hung Fu Lin 林鴻富" userId="24e90794-23a9-4a94-b676-0b5615d211e1" providerId="ADAL" clId="{A24B501C-B9D6-4218-B5E7-CE73728485F1}" dt="2024-01-11T06:35:52.829" v="1256" actId="478"/>
          <ac:spMkLst>
            <pc:docMk/>
            <pc:sldMk cId="3732318375" sldId="312"/>
            <ac:spMk id="36" creationId="{48261F08-DB30-2306-C24D-E7139E85673E}"/>
          </ac:spMkLst>
        </pc:spChg>
        <pc:spChg chg="del">
          <ac:chgData name="Hung Fu Lin 林鴻富" userId="24e90794-23a9-4a94-b676-0b5615d211e1" providerId="ADAL" clId="{A24B501C-B9D6-4218-B5E7-CE73728485F1}" dt="2024-01-11T06:35:47.219" v="1254" actId="21"/>
          <ac:spMkLst>
            <pc:docMk/>
            <pc:sldMk cId="3732318375" sldId="312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11T06:35:57.674" v="1259" actId="14100"/>
          <ac:spMkLst>
            <pc:docMk/>
            <pc:sldMk cId="3732318375" sldId="312"/>
            <ac:spMk id="38" creationId="{F24BDD83-1B0D-A015-57AA-7D490ED48504}"/>
          </ac:spMkLst>
        </pc:spChg>
        <pc:spChg chg="del mod">
          <ac:chgData name="Hung Fu Lin 林鴻富" userId="24e90794-23a9-4a94-b676-0b5615d211e1" providerId="ADAL" clId="{A24B501C-B9D6-4218-B5E7-CE73728485F1}" dt="2024-01-11T06:36:26.953" v="1265" actId="478"/>
          <ac:spMkLst>
            <pc:docMk/>
            <pc:sldMk cId="3732318375" sldId="312"/>
            <ac:spMk id="39" creationId="{8CB4E0F9-A3E0-C835-DE18-EA0C27FC459A}"/>
          </ac:spMkLst>
        </pc:spChg>
        <pc:spChg chg="del mod">
          <ac:chgData name="Hung Fu Lin 林鴻富" userId="24e90794-23a9-4a94-b676-0b5615d211e1" providerId="ADAL" clId="{A24B501C-B9D6-4218-B5E7-CE73728485F1}" dt="2024-01-11T06:36:28.185" v="1266" actId="478"/>
          <ac:spMkLst>
            <pc:docMk/>
            <pc:sldMk cId="3732318375" sldId="312"/>
            <ac:spMk id="40" creationId="{B18BF407-9430-4A05-5CF8-106AA5320949}"/>
          </ac:spMkLst>
        </pc:spChg>
        <pc:cxnChg chg="mod">
          <ac:chgData name="Hung Fu Lin 林鴻富" userId="24e90794-23a9-4a94-b676-0b5615d211e1" providerId="ADAL" clId="{A24B501C-B9D6-4218-B5E7-CE73728485F1}" dt="2024-01-11T06:35:57.674" v="1259" actId="14100"/>
          <ac:cxnSpMkLst>
            <pc:docMk/>
            <pc:sldMk cId="3732318375" sldId="312"/>
            <ac:cxnSpMk id="42" creationId="{BFBF44FE-A0AE-0111-CE16-5DE31CCB9638}"/>
          </ac:cxnSpMkLst>
        </pc:cxnChg>
        <pc:cxnChg chg="del mod">
          <ac:chgData name="Hung Fu Lin 林鴻富" userId="24e90794-23a9-4a94-b676-0b5615d211e1" providerId="ADAL" clId="{A24B501C-B9D6-4218-B5E7-CE73728485F1}" dt="2024-01-11T06:35:55.495" v="1257" actId="478"/>
          <ac:cxnSpMkLst>
            <pc:docMk/>
            <pc:sldMk cId="3732318375" sldId="312"/>
            <ac:cxnSpMk id="45" creationId="{F10F5761-0601-D75F-4302-4556ED8EDC38}"/>
          </ac:cxnSpMkLst>
        </pc:cxnChg>
        <pc:cxnChg chg="mod">
          <ac:chgData name="Hung Fu Lin 林鴻富" userId="24e90794-23a9-4a94-b676-0b5615d211e1" providerId="ADAL" clId="{A24B501C-B9D6-4218-B5E7-CE73728485F1}" dt="2024-01-11T06:37:26.947" v="1293" actId="1076"/>
          <ac:cxnSpMkLst>
            <pc:docMk/>
            <pc:sldMk cId="3732318375" sldId="312"/>
            <ac:cxnSpMk id="47" creationId="{C4DB4A8C-1431-9B67-DE2D-E74A4D2A79A8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7:05.462" v="658" actId="20577"/>
        <pc:sldMkLst>
          <pc:docMk/>
          <pc:sldMk cId="1283082620" sldId="314"/>
        </pc:sldMkLst>
        <pc:graphicFrameChg chg="modGraphic">
          <ac:chgData name="Hung Fu Lin 林鴻富" userId="24e90794-23a9-4a94-b676-0b5615d211e1" providerId="ADAL" clId="{A24B501C-B9D6-4218-B5E7-CE73728485F1}" dt="2024-01-05T02:27:05.462" v="658" actId="20577"/>
          <ac:graphicFrameMkLst>
            <pc:docMk/>
            <pc:sldMk cId="1283082620" sldId="314"/>
            <ac:graphicFrameMk id="7" creationId="{4104B40B-A815-8C1D-26DC-85A3640BC25B}"/>
          </ac:graphicFrameMkLst>
        </pc:graphicFrameChg>
      </pc:sldChg>
      <pc:sldChg chg="add">
        <pc:chgData name="Hung Fu Lin 林鴻富" userId="24e90794-23a9-4a94-b676-0b5615d211e1" providerId="ADAL" clId="{A24B501C-B9D6-4218-B5E7-CE73728485F1}" dt="2024-01-05T00:59:21.123" v="16"/>
        <pc:sldMkLst>
          <pc:docMk/>
          <pc:sldMk cId="2357787365" sldId="315"/>
        </pc:sldMkLst>
      </pc:sldChg>
      <pc:sldChg chg="delSp modSp add del mod">
        <pc:chgData name="Hung Fu Lin 林鴻富" userId="24e90794-23a9-4a94-b676-0b5615d211e1" providerId="ADAL" clId="{A24B501C-B9D6-4218-B5E7-CE73728485F1}" dt="2024-01-05T02:31:52.185" v="674" actId="47"/>
        <pc:sldMkLst>
          <pc:docMk/>
          <pc:sldMk cId="1112281736" sldId="316"/>
        </pc:sldMkLst>
        <pc:spChg chg="mod">
          <ac:chgData name="Hung Fu Lin 林鴻富" userId="24e90794-23a9-4a94-b676-0b5615d211e1" providerId="ADAL" clId="{A24B501C-B9D6-4218-B5E7-CE73728485F1}" dt="2024-01-05T00:59:56.680" v="23" actId="20577"/>
          <ac:spMkLst>
            <pc:docMk/>
            <pc:sldMk cId="1112281736" sldId="316"/>
            <ac:spMk id="2" creationId="{9A476E32-77C7-7A6F-0DA5-46E522642A49}"/>
          </ac:spMkLst>
        </pc:spChg>
        <pc:graphicFrameChg chg="modGraphic">
          <ac:chgData name="Hung Fu Lin 林鴻富" userId="24e90794-23a9-4a94-b676-0b5615d211e1" providerId="ADAL" clId="{A24B501C-B9D6-4218-B5E7-CE73728485F1}" dt="2024-01-05T01:01:15.734" v="54" actId="242"/>
          <ac:graphicFrameMkLst>
            <pc:docMk/>
            <pc:sldMk cId="1112281736" sldId="316"/>
            <ac:graphicFrameMk id="22" creationId="{4EE65305-2B15-A013-826B-3C85DAC2F607}"/>
          </ac:graphicFrameMkLst>
        </pc:graphicFrameChg>
        <pc:picChg chg="mod">
          <ac:chgData name="Hung Fu Lin 林鴻富" userId="24e90794-23a9-4a94-b676-0b5615d211e1" providerId="ADAL" clId="{A24B501C-B9D6-4218-B5E7-CE73728485F1}" dt="2024-01-05T01:01:23.605" v="56" actId="1076"/>
          <ac:picMkLst>
            <pc:docMk/>
            <pc:sldMk cId="1112281736" sldId="316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1:00:32.373" v="24" actId="478"/>
          <ac:picMkLst>
            <pc:docMk/>
            <pc:sldMk cId="1112281736" sldId="316"/>
            <ac:picMk id="30" creationId="{91E2B134-857D-F6C7-8C68-2AB794AE5B57}"/>
          </ac:picMkLst>
        </pc:picChg>
      </pc:sldChg>
      <pc:sldChg chg="addSp delSp modSp add mod">
        <pc:chgData name="Hung Fu Lin 林鴻富" userId="24e90794-23a9-4a94-b676-0b5615d211e1" providerId="ADAL" clId="{A24B501C-B9D6-4218-B5E7-CE73728485F1}" dt="2024-01-05T02:30:36.415" v="672" actId="1076"/>
        <pc:sldMkLst>
          <pc:docMk/>
          <pc:sldMk cId="2998925266" sldId="317"/>
        </pc:sldMkLst>
        <pc:spChg chg="del mod">
          <ac:chgData name="Hung Fu Lin 林鴻富" userId="24e90794-23a9-4a94-b676-0b5615d211e1" providerId="ADAL" clId="{A24B501C-B9D6-4218-B5E7-CE73728485F1}" dt="2024-01-05T01:59:36.359" v="315" actId="478"/>
          <ac:spMkLst>
            <pc:docMk/>
            <pc:sldMk cId="2998925266" sldId="317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01:00.511" v="401" actId="14100"/>
          <ac:spMkLst>
            <pc:docMk/>
            <pc:sldMk cId="2998925266" sldId="317"/>
            <ac:spMk id="3" creationId="{70BDF802-F793-3D6F-2DA6-6132CF2BB05D}"/>
          </ac:spMkLst>
        </pc:spChg>
        <pc:spChg chg="mod">
          <ac:chgData name="Hung Fu Lin 林鴻富" userId="24e90794-23a9-4a94-b676-0b5615d211e1" providerId="ADAL" clId="{A24B501C-B9D6-4218-B5E7-CE73728485F1}" dt="2024-01-05T02:27:30.609" v="659" actId="108"/>
          <ac:spMkLst>
            <pc:docMk/>
            <pc:sldMk cId="2998925266" sldId="317"/>
            <ac:spMk id="4" creationId="{911CE305-C0B6-141E-6C6F-2A60E1F39C18}"/>
          </ac:spMkLst>
        </pc:spChg>
        <pc:spChg chg="add del mod">
          <ac:chgData name="Hung Fu Lin 林鴻富" userId="24e90794-23a9-4a94-b676-0b5615d211e1" providerId="ADAL" clId="{A24B501C-B9D6-4218-B5E7-CE73728485F1}" dt="2024-01-05T01:59:39.009" v="316" actId="478"/>
          <ac:spMkLst>
            <pc:docMk/>
            <pc:sldMk cId="2998925266" sldId="317"/>
            <ac:spMk id="6" creationId="{040D6B82-3A29-DC3B-CE70-5FB22270979C}"/>
          </ac:spMkLst>
        </pc:spChg>
        <pc:spChg chg="add del mod">
          <ac:chgData name="Hung Fu Lin 林鴻富" userId="24e90794-23a9-4a94-b676-0b5615d211e1" providerId="ADAL" clId="{A24B501C-B9D6-4218-B5E7-CE73728485F1}" dt="2024-01-05T02:01:27.312" v="410" actId="478"/>
          <ac:spMkLst>
            <pc:docMk/>
            <pc:sldMk cId="2998925266" sldId="317"/>
            <ac:spMk id="8" creationId="{498BB26D-2D17-279F-3A62-20C726672835}"/>
          </ac:spMkLst>
        </pc:spChg>
        <pc:spChg chg="add mod">
          <ac:chgData name="Hung Fu Lin 林鴻富" userId="24e90794-23a9-4a94-b676-0b5615d211e1" providerId="ADAL" clId="{A24B501C-B9D6-4218-B5E7-CE73728485F1}" dt="2024-01-05T02:01:30.354" v="411" actId="1076"/>
          <ac:spMkLst>
            <pc:docMk/>
            <pc:sldMk cId="2998925266" sldId="317"/>
            <ac:spMk id="9" creationId="{352B39B0-9F1C-80C0-C8E3-4DD2ABB51404}"/>
          </ac:spMkLst>
        </pc:spChg>
        <pc:spChg chg="add mod">
          <ac:chgData name="Hung Fu Lin 林鴻富" userId="24e90794-23a9-4a94-b676-0b5615d211e1" providerId="ADAL" clId="{A24B501C-B9D6-4218-B5E7-CE73728485F1}" dt="2024-01-05T02:27:35.441" v="660" actId="108"/>
          <ac:spMkLst>
            <pc:docMk/>
            <pc:sldMk cId="2998925266" sldId="317"/>
            <ac:spMk id="10" creationId="{BFD45672-7145-AC3E-FE25-02DB92081528}"/>
          </ac:spMkLst>
        </pc:spChg>
        <pc:spChg chg="add mod">
          <ac:chgData name="Hung Fu Lin 林鴻富" userId="24e90794-23a9-4a94-b676-0b5615d211e1" providerId="ADAL" clId="{A24B501C-B9D6-4218-B5E7-CE73728485F1}" dt="2024-01-05T02:30:21.562" v="668" actId="1582"/>
          <ac:spMkLst>
            <pc:docMk/>
            <pc:sldMk cId="2998925266" sldId="317"/>
            <ac:spMk id="14" creationId="{378C3F07-ADA3-3769-913F-2696961EA79D}"/>
          </ac:spMkLst>
        </pc:spChg>
        <pc:graphicFrameChg chg="add del mod modGraphic">
          <ac:chgData name="Hung Fu Lin 林鴻富" userId="24e90794-23a9-4a94-b676-0b5615d211e1" providerId="ADAL" clId="{A24B501C-B9D6-4218-B5E7-CE73728485F1}" dt="2024-01-05T02:00:38.280" v="395" actId="478"/>
          <ac:graphicFrameMkLst>
            <pc:docMk/>
            <pc:sldMk cId="2998925266" sldId="317"/>
            <ac:graphicFrameMk id="7" creationId="{4104B40B-A815-8C1D-26DC-85A3640BC25B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28:52.718" v="663" actId="1076"/>
          <ac:picMkLst>
            <pc:docMk/>
            <pc:sldMk cId="2998925266" sldId="317"/>
            <ac:picMk id="11" creationId="{C421AF98-BD33-524F-62A6-10D608BC2187}"/>
          </ac:picMkLst>
        </pc:picChg>
        <pc:picChg chg="add mod">
          <ac:chgData name="Hung Fu Lin 林鴻富" userId="24e90794-23a9-4a94-b676-0b5615d211e1" providerId="ADAL" clId="{A24B501C-B9D6-4218-B5E7-CE73728485F1}" dt="2024-01-05T02:30:36.415" v="672" actId="1076"/>
          <ac:picMkLst>
            <pc:docMk/>
            <pc:sldMk cId="2998925266" sldId="317"/>
            <ac:picMk id="13" creationId="{1FD9F029-880D-A567-CEA2-5525195999C1}"/>
          </ac:picMkLst>
        </pc:picChg>
        <pc:cxnChg chg="add mod">
          <ac:chgData name="Hung Fu Lin 林鴻富" userId="24e90794-23a9-4a94-b676-0b5615d211e1" providerId="ADAL" clId="{A24B501C-B9D6-4218-B5E7-CE73728485F1}" dt="2024-01-05T02:30:36.415" v="672" actId="1076"/>
          <ac:cxnSpMkLst>
            <pc:docMk/>
            <pc:sldMk cId="2998925266" sldId="317"/>
            <ac:cxnSpMk id="16" creationId="{53467BB3-7D94-62C3-1AE2-EC0AC0EE4395}"/>
          </ac:cxnSpMkLst>
        </pc:cxnChg>
      </pc:sldChg>
      <pc:sldChg chg="addSp delSp modSp add mod">
        <pc:chgData name="Hung Fu Lin 林鴻富" userId="24e90794-23a9-4a94-b676-0b5615d211e1" providerId="ADAL" clId="{A24B501C-B9D6-4218-B5E7-CE73728485F1}" dt="2024-01-05T05:39:05.414" v="1253" actId="1035"/>
        <pc:sldMkLst>
          <pc:docMk/>
          <pc:sldMk cId="2680535341" sldId="318"/>
        </pc:sldMkLst>
        <pc:spChg chg="add del mod">
          <ac:chgData name="Hung Fu Lin 林鴻富" userId="24e90794-23a9-4a94-b676-0b5615d211e1" providerId="ADAL" clId="{A24B501C-B9D6-4218-B5E7-CE73728485F1}" dt="2024-01-05T05:39:05.414" v="1253" actId="1035"/>
          <ac:spMkLst>
            <pc:docMk/>
            <pc:sldMk cId="2680535341" sldId="318"/>
            <ac:spMk id="2" creationId="{236270D6-18F4-38E5-DE42-D9C45DB205BE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7" creationId="{823031D2-6490-7E53-6B5E-997644AAB63F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8" creationId="{E5BDB691-35FC-6293-3321-8AA7A378C91D}"/>
          </ac:spMkLst>
        </pc:spChg>
        <pc:spChg chg="add mod">
          <ac:chgData name="Hung Fu Lin 林鴻富" userId="24e90794-23a9-4a94-b676-0b5615d211e1" providerId="ADAL" clId="{A24B501C-B9D6-4218-B5E7-CE73728485F1}" dt="2024-01-05T01:25:04.159" v="172" actId="1076"/>
          <ac:spMkLst>
            <pc:docMk/>
            <pc:sldMk cId="2680535341" sldId="318"/>
            <ac:spMk id="9" creationId="{29ABF4E3-6642-5AC8-C848-27BF600F3C09}"/>
          </ac:spMkLst>
        </pc:spChg>
        <pc:spChg chg="mod">
          <ac:chgData name="Hung Fu Lin 林鴻富" userId="24e90794-23a9-4a94-b676-0b5615d211e1" providerId="ADAL" clId="{A24B501C-B9D6-4218-B5E7-CE73728485F1}" dt="2024-01-05T05:38:43.630" v="1251" actId="6549"/>
          <ac:spMkLst>
            <pc:docMk/>
            <pc:sldMk cId="2680535341" sldId="318"/>
            <ac:spMk id="11" creationId="{407855A5-AF96-42DC-4EA1-A4D4F458ED61}"/>
          </ac:spMkLst>
        </pc:spChg>
        <pc:spChg chg="mod">
          <ac:chgData name="Hung Fu Lin 林鴻富" userId="24e90794-23a9-4a94-b676-0b5615d211e1" providerId="ADAL" clId="{A24B501C-B9D6-4218-B5E7-CE73728485F1}" dt="2024-01-05T01:27:09.619" v="202" actId="1076"/>
          <ac:spMkLst>
            <pc:docMk/>
            <pc:sldMk cId="2680535341" sldId="318"/>
            <ac:spMk id="36" creationId="{48261F08-DB30-2306-C24D-E7139E85673E}"/>
          </ac:spMkLst>
        </pc:spChg>
        <pc:spChg chg="mod">
          <ac:chgData name="Hung Fu Lin 林鴻富" userId="24e90794-23a9-4a94-b676-0b5615d211e1" providerId="ADAL" clId="{A24B501C-B9D6-4218-B5E7-CE73728485F1}" dt="2024-01-05T01:27:12.259" v="203" actId="1076"/>
          <ac:spMkLst>
            <pc:docMk/>
            <pc:sldMk cId="2680535341" sldId="318"/>
            <ac:spMk id="37" creationId="{374A7C01-9786-6B5B-5520-16789E3A6FBE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8" creationId="{F24BDD83-1B0D-A015-57AA-7D490ED48504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39" creationId="{8CB4E0F9-A3E0-C835-DE18-EA0C27FC459A}"/>
          </ac:spMkLst>
        </pc:spChg>
        <pc:spChg chg="mod">
          <ac:chgData name="Hung Fu Lin 林鴻富" userId="24e90794-23a9-4a94-b676-0b5615d211e1" providerId="ADAL" clId="{A24B501C-B9D6-4218-B5E7-CE73728485F1}" dt="2024-01-05T01:24:49.652" v="170" actId="1076"/>
          <ac:spMkLst>
            <pc:docMk/>
            <pc:sldMk cId="2680535341" sldId="318"/>
            <ac:spMk id="40" creationId="{B18BF407-9430-4A05-5CF8-106AA5320949}"/>
          </ac:spMkLst>
        </pc:spChg>
        <pc:cxnChg chg="add mod">
          <ac:chgData name="Hung Fu Lin 林鴻富" userId="24e90794-23a9-4a94-b676-0b5615d211e1" providerId="ADAL" clId="{A24B501C-B9D6-4218-B5E7-CE73728485F1}" dt="2024-01-05T05:39:05.414" v="1253" actId="1035"/>
          <ac:cxnSpMkLst>
            <pc:docMk/>
            <pc:sldMk cId="2680535341" sldId="318"/>
            <ac:cxnSpMk id="3" creationId="{F3FA9D4E-1525-F51D-DB0A-4F52DB1364E1}"/>
          </ac:cxnSpMkLst>
        </pc:cxnChg>
        <pc:cxnChg chg="add mod">
          <ac:chgData name="Hung Fu Lin 林鴻富" userId="24e90794-23a9-4a94-b676-0b5615d211e1" providerId="ADAL" clId="{A24B501C-B9D6-4218-B5E7-CE73728485F1}" dt="2024-01-05T01:25:11.952" v="175" actId="14100"/>
          <ac:cxnSpMkLst>
            <pc:docMk/>
            <pc:sldMk cId="2680535341" sldId="318"/>
            <ac:cxnSpMk id="17" creationId="{8E990DB9-E8F2-169E-D2EF-AAF3987DCBEF}"/>
          </ac:cxnSpMkLst>
        </pc:cxnChg>
        <pc:cxnChg chg="add 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20" creationId="{CA0AD6E4-9068-8BEE-50CA-358791D7F3E3}"/>
          </ac:cxnSpMkLst>
        </pc:cxnChg>
        <pc:cxnChg chg="mod">
          <ac:chgData name="Hung Fu Lin 林鴻富" userId="24e90794-23a9-4a94-b676-0b5615d211e1" providerId="ADAL" clId="{A24B501C-B9D6-4218-B5E7-CE73728485F1}" dt="2024-01-05T01:24:49.652" v="170" actId="1076"/>
          <ac:cxnSpMkLst>
            <pc:docMk/>
            <pc:sldMk cId="2680535341" sldId="318"/>
            <ac:cxnSpMk id="42" creationId="{BFBF44FE-A0AE-0111-CE16-5DE31CCB9638}"/>
          </ac:cxnSpMkLst>
        </pc:cxnChg>
        <pc:cxnChg chg="mo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5" creationId="{F10F5761-0601-D75F-4302-4556ED8EDC38}"/>
          </ac:cxnSpMkLst>
        </pc:cxnChg>
        <pc:cxnChg chg="mod ord">
          <ac:chgData name="Hung Fu Lin 林鴻富" userId="24e90794-23a9-4a94-b676-0b5615d211e1" providerId="ADAL" clId="{A24B501C-B9D6-4218-B5E7-CE73728485F1}" dt="2024-01-05T01:27:09.619" v="202" actId="1076"/>
          <ac:cxnSpMkLst>
            <pc:docMk/>
            <pc:sldMk cId="2680535341" sldId="318"/>
            <ac:cxnSpMk id="47" creationId="{C4DB4A8C-1431-9B67-DE2D-E74A4D2A79A8}"/>
          </ac:cxnSpMkLst>
        </pc:cxnChg>
      </pc:sldChg>
      <pc:sldChg chg="addSp delSp modSp new mod">
        <pc:chgData name="Hung Fu Lin 林鴻富" userId="24e90794-23a9-4a94-b676-0b5615d211e1" providerId="ADAL" clId="{A24B501C-B9D6-4218-B5E7-CE73728485F1}" dt="2024-01-05T02:14:14.447" v="485" actId="1582"/>
        <pc:sldMkLst>
          <pc:docMk/>
          <pc:sldMk cId="3355572134" sldId="319"/>
        </pc:sldMkLst>
        <pc:spChg chg="del">
          <ac:chgData name="Hung Fu Lin 林鴻富" userId="24e90794-23a9-4a94-b676-0b5615d211e1" providerId="ADAL" clId="{A24B501C-B9D6-4218-B5E7-CE73728485F1}" dt="2024-01-05T02:07:06.970" v="430" actId="478"/>
          <ac:spMkLst>
            <pc:docMk/>
            <pc:sldMk cId="3355572134" sldId="319"/>
            <ac:spMk id="2" creationId="{82913FA1-0204-FF13-BCEE-F3059059D78B}"/>
          </ac:spMkLst>
        </pc:spChg>
        <pc:spChg chg="del">
          <ac:chgData name="Hung Fu Lin 林鴻富" userId="24e90794-23a9-4a94-b676-0b5615d211e1" providerId="ADAL" clId="{A24B501C-B9D6-4218-B5E7-CE73728485F1}" dt="2024-01-05T02:07:05.738" v="429" actId="478"/>
          <ac:spMkLst>
            <pc:docMk/>
            <pc:sldMk cId="3355572134" sldId="319"/>
            <ac:spMk id="3" creationId="{69AD011B-6FC6-5DB8-DD7B-EEA2DFF77FF6}"/>
          </ac:spMkLst>
        </pc:spChg>
        <pc:spChg chg="add mod">
          <ac:chgData name="Hung Fu Lin 林鴻富" userId="24e90794-23a9-4a94-b676-0b5615d211e1" providerId="ADAL" clId="{A24B501C-B9D6-4218-B5E7-CE73728485F1}" dt="2024-01-05T02:07:12.324" v="432" actId="1076"/>
          <ac:spMkLst>
            <pc:docMk/>
            <pc:sldMk cId="3355572134" sldId="319"/>
            <ac:spMk id="5" creationId="{1517A7D3-81FD-0591-A47C-91ACE331D02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6" creationId="{EF1E7A8C-2FE8-8C35-4AA3-6EB4AC2C2698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7" creationId="{24C2E27F-E560-2C6F-CB60-A8C2DBCBB179}"/>
          </ac:spMkLst>
        </pc:spChg>
        <pc:spChg chg="add mod">
          <ac:chgData name="Hung Fu Lin 林鴻富" userId="24e90794-23a9-4a94-b676-0b5615d211e1" providerId="ADAL" clId="{A24B501C-B9D6-4218-B5E7-CE73728485F1}" dt="2024-01-05T02:09:00.324" v="449" actId="1076"/>
          <ac:spMkLst>
            <pc:docMk/>
            <pc:sldMk cId="3355572134" sldId="319"/>
            <ac:spMk id="8" creationId="{399D88FC-4C52-0AFE-D52A-4C3B7A0D767B}"/>
          </ac:spMkLst>
        </pc:spChg>
        <pc:spChg chg="add mod">
          <ac:chgData name="Hung Fu Lin 林鴻富" userId="24e90794-23a9-4a94-b676-0b5615d211e1" providerId="ADAL" clId="{A24B501C-B9D6-4218-B5E7-CE73728485F1}" dt="2024-01-05T02:12:46.110" v="473"/>
          <ac:spMkLst>
            <pc:docMk/>
            <pc:sldMk cId="3355572134" sldId="319"/>
            <ac:spMk id="12" creationId="{D747ABF6-E497-A174-1E7E-7CBFBC11543A}"/>
          </ac:spMkLst>
        </pc:spChg>
        <pc:spChg chg="add mod">
          <ac:chgData name="Hung Fu Lin 林鴻富" userId="24e90794-23a9-4a94-b676-0b5615d211e1" providerId="ADAL" clId="{A24B501C-B9D6-4218-B5E7-CE73728485F1}" dt="2024-01-05T02:11:17.586" v="466" actId="1582"/>
          <ac:spMkLst>
            <pc:docMk/>
            <pc:sldMk cId="3355572134" sldId="319"/>
            <ac:spMk id="17" creationId="{9A9B0695-25E7-356F-3EEE-478B1FBB7722}"/>
          </ac:spMkLst>
        </pc:spChg>
        <pc:spChg chg="add mod">
          <ac:chgData name="Hung Fu Lin 林鴻富" userId="24e90794-23a9-4a94-b676-0b5615d211e1" providerId="ADAL" clId="{A24B501C-B9D6-4218-B5E7-CE73728485F1}" dt="2024-01-05T02:11:53.954" v="468" actId="207"/>
          <ac:spMkLst>
            <pc:docMk/>
            <pc:sldMk cId="3355572134" sldId="319"/>
            <ac:spMk id="18" creationId="{1CE20ED6-9A12-368F-D916-CF7C5BFBF7B9}"/>
          </ac:spMkLst>
        </pc:spChg>
        <pc:spChg chg="add mod">
          <ac:chgData name="Hung Fu Lin 林鴻富" userId="24e90794-23a9-4a94-b676-0b5615d211e1" providerId="ADAL" clId="{A24B501C-B9D6-4218-B5E7-CE73728485F1}" dt="2024-01-05T02:14:14.447" v="485" actId="1582"/>
          <ac:spMkLst>
            <pc:docMk/>
            <pc:sldMk cId="3355572134" sldId="319"/>
            <ac:spMk id="26" creationId="{CD0736B3-4DFD-D52F-7207-7AE5FB8D2EA7}"/>
          </ac:spMkLst>
        </pc:spChg>
        <pc:spChg chg="add mod">
          <ac:chgData name="Hung Fu Lin 林鴻富" userId="24e90794-23a9-4a94-b676-0b5615d211e1" providerId="ADAL" clId="{A24B501C-B9D6-4218-B5E7-CE73728485F1}" dt="2024-01-05T02:14:08.631" v="484" actId="1582"/>
          <ac:spMkLst>
            <pc:docMk/>
            <pc:sldMk cId="3355572134" sldId="319"/>
            <ac:spMk id="27" creationId="{BEB006B1-F667-FFFB-1A6D-D50E4D26DAC9}"/>
          </ac:spMkLst>
        </pc:spChg>
        <pc:picChg chg="add mod">
          <ac:chgData name="Hung Fu Lin 林鴻富" userId="24e90794-23a9-4a94-b676-0b5615d211e1" providerId="ADAL" clId="{A24B501C-B9D6-4218-B5E7-CE73728485F1}" dt="2024-01-05T02:10:15.218" v="458" actId="1076"/>
          <ac:picMkLst>
            <pc:docMk/>
            <pc:sldMk cId="3355572134" sldId="319"/>
            <ac:picMk id="14" creationId="{540CF246-0595-2C9D-2D33-A8BA070C1E4E}"/>
          </ac:picMkLst>
        </pc:picChg>
        <pc:picChg chg="add mod">
          <ac:chgData name="Hung Fu Lin 林鴻富" userId="24e90794-23a9-4a94-b676-0b5615d211e1" providerId="ADAL" clId="{A24B501C-B9D6-4218-B5E7-CE73728485F1}" dt="2024-01-05T02:10:41.355" v="463" actId="1076"/>
          <ac:picMkLst>
            <pc:docMk/>
            <pc:sldMk cId="3355572134" sldId="319"/>
            <ac:picMk id="16" creationId="{8A1EF4D4-E958-74EC-0964-22D8693C28F8}"/>
          </ac:picMkLst>
        </pc:picChg>
        <pc:cxnChg chg="add mod">
          <ac:chgData name="Hung Fu Lin 林鴻富" userId="24e90794-23a9-4a94-b676-0b5615d211e1" providerId="ADAL" clId="{A24B501C-B9D6-4218-B5E7-CE73728485F1}" dt="2024-01-05T02:09:07.861" v="452" actId="14100"/>
          <ac:cxnSpMkLst>
            <pc:docMk/>
            <pc:sldMk cId="3355572134" sldId="319"/>
            <ac:cxnSpMk id="9" creationId="{40B02C26-4E74-DF5F-1674-17B9849B5C9D}"/>
          </ac:cxnSpMkLst>
        </pc:cxnChg>
        <pc:cxnChg chg="add del mod">
          <ac:chgData name="Hung Fu Lin 林鴻富" userId="24e90794-23a9-4a94-b676-0b5615d211e1" providerId="ADAL" clId="{A24B501C-B9D6-4218-B5E7-CE73728485F1}" dt="2024-01-05T02:12:09.792" v="471" actId="478"/>
          <ac:cxnSpMkLst>
            <pc:docMk/>
            <pc:sldMk cId="3355572134" sldId="319"/>
            <ac:cxnSpMk id="20" creationId="{6D0119A2-58EC-29BB-488C-BEC30BB70EC1}"/>
          </ac:cxnSpMkLst>
        </pc:cxnChg>
        <pc:cxnChg chg="add">
          <ac:chgData name="Hung Fu Lin 林鴻富" userId="24e90794-23a9-4a94-b676-0b5615d211e1" providerId="ADAL" clId="{A24B501C-B9D6-4218-B5E7-CE73728485F1}" dt="2024-01-05T02:12:17.486" v="472" actId="11529"/>
          <ac:cxnSpMkLst>
            <pc:docMk/>
            <pc:sldMk cId="3355572134" sldId="319"/>
            <ac:cxnSpMk id="23" creationId="{DB7CB1F1-2CB7-1F83-A40C-B2320D9ADC2E}"/>
          </ac:cxnSpMkLst>
        </pc:cxnChg>
        <pc:cxnChg chg="add del mod">
          <ac:chgData name="Hung Fu Lin 林鴻富" userId="24e90794-23a9-4a94-b676-0b5615d211e1" providerId="ADAL" clId="{A24B501C-B9D6-4218-B5E7-CE73728485F1}" dt="2024-01-05T02:13:17.560" v="476" actId="478"/>
          <ac:cxnSpMkLst>
            <pc:docMk/>
            <pc:sldMk cId="3355572134" sldId="319"/>
            <ac:cxnSpMk id="25" creationId="{E6353AE1-C5FA-D83E-308D-220444669F17}"/>
          </ac:cxnSpMkLst>
        </pc:cxnChg>
      </pc:sldChg>
      <pc:sldChg chg="addSp delSp modSp add mod ord">
        <pc:chgData name="Hung Fu Lin 林鴻富" userId="24e90794-23a9-4a94-b676-0b5615d211e1" providerId="ADAL" clId="{A24B501C-B9D6-4218-B5E7-CE73728485F1}" dt="2024-01-05T02:24:20.469" v="572" actId="1076"/>
        <pc:sldMkLst>
          <pc:docMk/>
          <pc:sldMk cId="3842961010" sldId="320"/>
        </pc:sldMkLst>
        <pc:spChg chg="mod">
          <ac:chgData name="Hung Fu Lin 林鴻富" userId="24e90794-23a9-4a94-b676-0b5615d211e1" providerId="ADAL" clId="{A24B501C-B9D6-4218-B5E7-CE73728485F1}" dt="2024-01-05T02:14:46.819" v="491" actId="20577"/>
          <ac:spMkLst>
            <pc:docMk/>
            <pc:sldMk cId="3842961010" sldId="320"/>
            <ac:spMk id="2" creationId="{9A476E32-77C7-7A6F-0DA5-46E522642A49}"/>
          </ac:spMkLst>
        </pc:spChg>
        <pc:spChg chg="add mod">
          <ac:chgData name="Hung Fu Lin 林鴻富" userId="24e90794-23a9-4a94-b676-0b5615d211e1" providerId="ADAL" clId="{A24B501C-B9D6-4218-B5E7-CE73728485F1}" dt="2024-01-05T02:20:15.020" v="567" actId="20577"/>
          <ac:spMkLst>
            <pc:docMk/>
            <pc:sldMk cId="3842961010" sldId="320"/>
            <ac:spMk id="5" creationId="{841BBC6F-12B5-D8E3-A76B-836E84063FD2}"/>
          </ac:spMkLst>
        </pc:spChg>
        <pc:spChg chg="del">
          <ac:chgData name="Hung Fu Lin 林鴻富" userId="24e90794-23a9-4a94-b676-0b5615d211e1" providerId="ADAL" clId="{A24B501C-B9D6-4218-B5E7-CE73728485F1}" dt="2024-01-05T02:16:42.619" v="497" actId="478"/>
          <ac:spMkLst>
            <pc:docMk/>
            <pc:sldMk cId="3842961010" sldId="320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19:01.135" v="508" actId="404"/>
          <ac:spMkLst>
            <pc:docMk/>
            <pc:sldMk cId="3842961010" sldId="320"/>
            <ac:spMk id="28" creationId="{7E2E4DB9-3399-5686-7877-6ED5A4DC7870}"/>
          </ac:spMkLst>
        </pc:spChg>
        <pc:spChg chg="del mod">
          <ac:chgData name="Hung Fu Lin 林鴻富" userId="24e90794-23a9-4a94-b676-0b5615d211e1" providerId="ADAL" clId="{A24B501C-B9D6-4218-B5E7-CE73728485F1}" dt="2024-01-05T02:16:46.420" v="501" actId="478"/>
          <ac:spMkLst>
            <pc:docMk/>
            <pc:sldMk cId="3842961010" sldId="320"/>
            <ac:spMk id="33" creationId="{9C6A6E67-CEAB-B4B1-0FF7-F8EB5CAE367B}"/>
          </ac:spMkLst>
        </pc:spChg>
        <pc:picChg chg="add del mod">
          <ac:chgData name="Hung Fu Lin 林鴻富" userId="24e90794-23a9-4a94-b676-0b5615d211e1" providerId="ADAL" clId="{A24B501C-B9D6-4218-B5E7-CE73728485F1}" dt="2024-01-05T02:24:15.033" v="568" actId="478"/>
          <ac:picMkLst>
            <pc:docMk/>
            <pc:sldMk cId="3842961010" sldId="320"/>
            <ac:picMk id="4" creationId="{2046D9D2-64B5-D556-470E-017551771529}"/>
          </ac:picMkLst>
        </pc:picChg>
        <pc:picChg chg="add mod">
          <ac:chgData name="Hung Fu Lin 林鴻富" userId="24e90794-23a9-4a94-b676-0b5615d211e1" providerId="ADAL" clId="{A24B501C-B9D6-4218-B5E7-CE73728485F1}" dt="2024-01-05T02:24:20.469" v="572" actId="1076"/>
          <ac:picMkLst>
            <pc:docMk/>
            <pc:sldMk cId="3842961010" sldId="320"/>
            <ac:picMk id="7" creationId="{FB7C5A40-B431-67F5-9391-AD25283300D8}"/>
          </ac:picMkLst>
        </pc:picChg>
        <pc:picChg chg="del">
          <ac:chgData name="Hung Fu Lin 林鴻富" userId="24e90794-23a9-4a94-b676-0b5615d211e1" providerId="ADAL" clId="{A24B501C-B9D6-4218-B5E7-CE73728485F1}" dt="2024-01-05T02:16:29.784" v="492" actId="478"/>
          <ac:picMkLst>
            <pc:docMk/>
            <pc:sldMk cId="3842961010" sldId="320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16:39.448" v="496" actId="478"/>
          <ac:picMkLst>
            <pc:docMk/>
            <pc:sldMk cId="3842961010" sldId="320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16:44.266" v="499" actId="478"/>
          <ac:picMkLst>
            <pc:docMk/>
            <pc:sldMk cId="3842961010" sldId="320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16:43.570" v="498" actId="478"/>
          <ac:cxnSpMkLst>
            <pc:docMk/>
            <pc:sldMk cId="3842961010" sldId="320"/>
            <ac:cxnSpMk id="37" creationId="{D6B4CF4F-C05B-EC95-94DE-98045BF2DC36}"/>
          </ac:cxnSpMkLst>
        </pc:cxnChg>
      </pc:sldChg>
      <pc:sldChg chg="modSp add mod">
        <pc:chgData name="Hung Fu Lin 林鴻富" userId="24e90794-23a9-4a94-b676-0b5615d211e1" providerId="ADAL" clId="{A24B501C-B9D6-4218-B5E7-CE73728485F1}" dt="2024-01-05T02:25:58.947" v="596" actId="6549"/>
        <pc:sldMkLst>
          <pc:docMk/>
          <pc:sldMk cId="23469057" sldId="321"/>
        </pc:sldMkLst>
        <pc:spChg chg="mod">
          <ac:chgData name="Hung Fu Lin 林鴻富" userId="24e90794-23a9-4a94-b676-0b5615d211e1" providerId="ADAL" clId="{A24B501C-B9D6-4218-B5E7-CE73728485F1}" dt="2024-01-05T02:25:12.247" v="585" actId="20577"/>
          <ac:spMkLst>
            <pc:docMk/>
            <pc:sldMk cId="23469057" sldId="321"/>
            <ac:spMk id="2" creationId="{9A476E32-77C7-7A6F-0DA5-46E522642A49}"/>
          </ac:spMkLst>
        </pc:spChg>
        <pc:spChg chg="mod">
          <ac:chgData name="Hung Fu Lin 林鴻富" userId="24e90794-23a9-4a94-b676-0b5615d211e1" providerId="ADAL" clId="{A24B501C-B9D6-4218-B5E7-CE73728485F1}" dt="2024-01-05T02:25:58.947" v="596" actId="6549"/>
          <ac:spMkLst>
            <pc:docMk/>
            <pc:sldMk cId="23469057" sldId="321"/>
            <ac:spMk id="5" creationId="{841BBC6F-12B5-D8E3-A76B-836E84063FD2}"/>
          </ac:spMkLst>
        </pc:spChg>
        <pc:spChg chg="mod">
          <ac:chgData name="Hung Fu Lin 林鴻富" userId="24e90794-23a9-4a94-b676-0b5615d211e1" providerId="ADAL" clId="{A24B501C-B9D6-4218-B5E7-CE73728485F1}" dt="2024-01-05T02:25:18.736" v="590" actId="20577"/>
          <ac:spMkLst>
            <pc:docMk/>
            <pc:sldMk cId="23469057" sldId="321"/>
            <ac:spMk id="28" creationId="{7E2E4DB9-3399-5686-7877-6ED5A4DC7870}"/>
          </ac:spMkLst>
        </pc:spChg>
      </pc:sldChg>
      <pc:sldChg chg="add del">
        <pc:chgData name="Hung Fu Lin 林鴻富" userId="24e90794-23a9-4a94-b676-0b5615d211e1" providerId="ADAL" clId="{A24B501C-B9D6-4218-B5E7-CE73728485F1}" dt="2024-01-05T02:24:32.610" v="575" actId="47"/>
        <pc:sldMkLst>
          <pc:docMk/>
          <pc:sldMk cId="2095632401" sldId="321"/>
        </pc:sldMkLst>
      </pc:sldChg>
      <pc:sldChg chg="modSp add del mod">
        <pc:chgData name="Hung Fu Lin 林鴻富" userId="24e90794-23a9-4a94-b676-0b5615d211e1" providerId="ADAL" clId="{A24B501C-B9D6-4218-B5E7-CE73728485F1}" dt="2024-01-05T02:46:45.824" v="1099" actId="47"/>
        <pc:sldMkLst>
          <pc:docMk/>
          <pc:sldMk cId="724587351" sldId="322"/>
        </pc:sldMkLst>
        <pc:spChg chg="mod">
          <ac:chgData name="Hung Fu Lin 林鴻富" userId="24e90794-23a9-4a94-b676-0b5615d211e1" providerId="ADAL" clId="{A24B501C-B9D6-4218-B5E7-CE73728485F1}" dt="2024-01-05T02:43:45.432" v="1000"/>
          <ac:spMkLst>
            <pc:docMk/>
            <pc:sldMk cId="724587351" sldId="322"/>
            <ac:spMk id="28" creationId="{7E2E4DB9-3399-5686-7877-6ED5A4DC7870}"/>
          </ac:spMkLst>
        </pc:spChg>
      </pc:sldChg>
      <pc:sldChg chg="addSp delSp modSp add del mod">
        <pc:chgData name="Hung Fu Lin 林鴻富" userId="24e90794-23a9-4a94-b676-0b5615d211e1" providerId="ADAL" clId="{A24B501C-B9D6-4218-B5E7-CE73728485F1}" dt="2024-01-05T02:25:06.822" v="579" actId="47"/>
        <pc:sldMkLst>
          <pc:docMk/>
          <pc:sldMk cId="2037702480" sldId="322"/>
        </pc:sldMkLst>
        <pc:picChg chg="add mod">
          <ac:chgData name="Hung Fu Lin 林鴻富" userId="24e90794-23a9-4a94-b676-0b5615d211e1" providerId="ADAL" clId="{A24B501C-B9D6-4218-B5E7-CE73728485F1}" dt="2024-01-05T02:25:04.964" v="578" actId="1076"/>
          <ac:picMkLst>
            <pc:docMk/>
            <pc:sldMk cId="2037702480" sldId="322"/>
            <ac:picMk id="4" creationId="{01F62D43-9527-4EE5-3B52-AB2DB47FACC4}"/>
          </ac:picMkLst>
        </pc:picChg>
        <pc:picChg chg="del">
          <ac:chgData name="Hung Fu Lin 林鴻富" userId="24e90794-23a9-4a94-b676-0b5615d211e1" providerId="ADAL" clId="{A24B501C-B9D6-4218-B5E7-CE73728485F1}" dt="2024-01-05T02:24:47.408" v="576" actId="478"/>
          <ac:picMkLst>
            <pc:docMk/>
            <pc:sldMk cId="2037702480" sldId="322"/>
            <ac:picMk id="7" creationId="{FB7C5A40-B431-67F5-9391-AD25283300D8}"/>
          </ac:picMkLst>
        </pc:picChg>
      </pc:sldChg>
      <pc:sldChg chg="add del">
        <pc:chgData name="Hung Fu Lin 林鴻富" userId="24e90794-23a9-4a94-b676-0b5615d211e1" providerId="ADAL" clId="{A24B501C-B9D6-4218-B5E7-CE73728485F1}" dt="2024-01-05T02:43:52.544" v="1003" actId="47"/>
        <pc:sldMkLst>
          <pc:docMk/>
          <pc:sldMk cId="1074314065" sldId="323"/>
        </pc:sldMkLst>
      </pc:sldChg>
      <pc:sldChg chg="addSp delSp modSp add mod">
        <pc:chgData name="Hung Fu Lin 林鴻富" userId="24e90794-23a9-4a94-b676-0b5615d211e1" providerId="ADAL" clId="{A24B501C-B9D6-4218-B5E7-CE73728485F1}" dt="2024-01-05T02:46:40.864" v="1098" actId="1076"/>
        <pc:sldMkLst>
          <pc:docMk/>
          <pc:sldMk cId="3049521395" sldId="324"/>
        </pc:sldMkLst>
        <pc:spChg chg="add del mod">
          <ac:chgData name="Hung Fu Lin 林鴻富" userId="24e90794-23a9-4a94-b676-0b5615d211e1" providerId="ADAL" clId="{A24B501C-B9D6-4218-B5E7-CE73728485F1}" dt="2024-01-05T02:44:14.188" v="1005" actId="478"/>
          <ac:spMkLst>
            <pc:docMk/>
            <pc:sldMk cId="3049521395" sldId="324"/>
            <ac:spMk id="4" creationId="{FB812CD4-7F13-9ED6-CE17-9E37707AA57F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6" creationId="{1429E81D-5D42-799B-8D88-3D5ED9FE358D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27" creationId="{8F3AC20D-90BC-FA0E-A53E-326E0DD922A3}"/>
          </ac:spMkLst>
        </pc:spChg>
        <pc:spChg chg="mod">
          <ac:chgData name="Hung Fu Lin 林鴻富" userId="24e90794-23a9-4a94-b676-0b5615d211e1" providerId="ADAL" clId="{A24B501C-B9D6-4218-B5E7-CE73728485F1}" dt="2024-01-05T02:46:35.588" v="1096"/>
          <ac:spMkLst>
            <pc:docMk/>
            <pc:sldMk cId="3049521395" sldId="324"/>
            <ac:spMk id="28" creationId="{7E2E4DB9-3399-5686-7877-6ED5A4DC7870}"/>
          </ac:spMkLst>
        </pc:spChg>
        <pc:spChg chg="del">
          <ac:chgData name="Hung Fu Lin 林鴻富" userId="24e90794-23a9-4a94-b676-0b5615d211e1" providerId="ADAL" clId="{A24B501C-B9D6-4218-B5E7-CE73728485F1}" dt="2024-01-05T02:44:10.196" v="1004" actId="478"/>
          <ac:spMkLst>
            <pc:docMk/>
            <pc:sldMk cId="3049521395" sldId="324"/>
            <ac:spMk id="33" creationId="{9C6A6E67-CEAB-B4B1-0FF7-F8EB5CAE367B}"/>
          </ac:spMkLst>
        </pc:spChg>
        <pc:graphicFrameChg chg="add mod">
          <ac:chgData name="Hung Fu Lin 林鴻富" userId="24e90794-23a9-4a94-b676-0b5615d211e1" providerId="ADAL" clId="{A24B501C-B9D6-4218-B5E7-CE73728485F1}" dt="2024-01-05T02:46:37.759" v="1097" actId="1076"/>
          <ac:graphicFrameMkLst>
            <pc:docMk/>
            <pc:sldMk cId="3049521395" sldId="324"/>
            <ac:graphicFrameMk id="6" creationId="{7C7217C1-99E7-008E-2F07-596E42C5AAF1}"/>
          </ac:graphicFrameMkLst>
        </pc:graphicFrameChg>
        <pc:graphicFrameChg chg="del">
          <ac:chgData name="Hung Fu Lin 林鴻富" userId="24e90794-23a9-4a94-b676-0b5615d211e1" providerId="ADAL" clId="{A24B501C-B9D6-4218-B5E7-CE73728485F1}" dt="2024-01-05T02:44:10.196" v="1004" actId="478"/>
          <ac:graphicFrameMkLst>
            <pc:docMk/>
            <pc:sldMk cId="3049521395" sldId="324"/>
            <ac:graphicFrameMk id="22" creationId="{4EE65305-2B15-A013-826B-3C85DAC2F607}"/>
          </ac:graphicFrameMkLst>
        </pc:graphicFrameChg>
        <pc:picChg chg="add mod">
          <ac:chgData name="Hung Fu Lin 林鴻富" userId="24e90794-23a9-4a94-b676-0b5615d211e1" providerId="ADAL" clId="{A24B501C-B9D6-4218-B5E7-CE73728485F1}" dt="2024-01-05T02:46:40.864" v="1098" actId="1076"/>
          <ac:picMkLst>
            <pc:docMk/>
            <pc:sldMk cId="3049521395" sldId="324"/>
            <ac:picMk id="5" creationId="{50A5E0CA-A3AC-BEB6-AB22-3136DA2CE158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15" creationId="{0144CBD5-6791-1E41-F6F4-D2253AA809D3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0" creationId="{91E2B134-857D-F6C7-8C68-2AB794AE5B57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2" creationId="{91CFCC70-D3E4-6E3A-7EBD-A8039B087900}"/>
          </ac:picMkLst>
        </pc:picChg>
        <pc:picChg chg="del">
          <ac:chgData name="Hung Fu Lin 林鴻富" userId="24e90794-23a9-4a94-b676-0b5615d211e1" providerId="ADAL" clId="{A24B501C-B9D6-4218-B5E7-CE73728485F1}" dt="2024-01-05T02:44:10.196" v="1004" actId="478"/>
          <ac:picMkLst>
            <pc:docMk/>
            <pc:sldMk cId="3049521395" sldId="324"/>
            <ac:picMk id="35" creationId="{1D09E2C0-7DC3-A12D-E066-6657A3069BD6}"/>
          </ac:picMkLst>
        </pc:picChg>
        <pc:cxnChg chg="del">
          <ac:chgData name="Hung Fu Lin 林鴻富" userId="24e90794-23a9-4a94-b676-0b5615d211e1" providerId="ADAL" clId="{A24B501C-B9D6-4218-B5E7-CE73728485F1}" dt="2024-01-05T02:44:10.196" v="1004" actId="478"/>
          <ac:cxnSpMkLst>
            <pc:docMk/>
            <pc:sldMk cId="3049521395" sldId="324"/>
            <ac:cxnSpMk id="37" creationId="{D6B4CF4F-C05B-EC95-94DE-98045BF2DC36}"/>
          </ac:cxnSpMkLst>
        </pc:cxnChg>
      </pc:sldChg>
    </pc:docChg>
  </pc:docChgLst>
  <pc:docChgLst>
    <pc:chgData name="Hung Fu Lin 林鴻富" userId="24e90794-23a9-4a94-b676-0b5615d211e1" providerId="ADAL" clId="{C11F8F95-562D-4FA4-8658-AABD36D712F9}"/>
    <pc:docChg chg="undo custSel delSld modSld">
      <pc:chgData name="Hung Fu Lin 林鴻富" userId="24e90794-23a9-4a94-b676-0b5615d211e1" providerId="ADAL" clId="{C11F8F95-562D-4FA4-8658-AABD36D712F9}" dt="2024-02-16T02:01:35.998" v="459" actId="20577"/>
      <pc:docMkLst>
        <pc:docMk/>
      </pc:docMkLst>
      <pc:sldChg chg="modSp mod">
        <pc:chgData name="Hung Fu Lin 林鴻富" userId="24e90794-23a9-4a94-b676-0b5615d211e1" providerId="ADAL" clId="{C11F8F95-562D-4FA4-8658-AABD36D712F9}" dt="2024-02-16T01:39:11.806" v="4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11F8F95-562D-4FA4-8658-AABD36D712F9}" dt="2024-02-16T01:39:11.806" v="4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11F8F95-562D-4FA4-8658-AABD36D712F9}" dt="2024-02-16T01:39:06.93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11F8F95-562D-4FA4-8658-AABD36D712F9}" dt="2024-02-16T02:01:35.998" v="45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11F8F95-562D-4FA4-8658-AABD36D712F9}" dt="2024-02-16T02:01:35.998" v="45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C11F8F95-562D-4FA4-8658-AABD36D712F9}" dt="2024-02-16T01:39:38.912" v="5" actId="47"/>
        <pc:sldMkLst>
          <pc:docMk/>
          <pc:sldMk cId="2330029763" sldId="335"/>
        </pc:sldMkLst>
      </pc:sldChg>
    </pc:docChg>
  </pc:docChgLst>
  <pc:docChgLst>
    <pc:chgData name="Hung Fu Lin 林鴻富" userId="24e90794-23a9-4a94-b676-0b5615d211e1" providerId="ADAL" clId="{BFF032AE-6DCD-48BF-B540-1C30D77E0355}"/>
    <pc:docChg chg="custSel addSld delSld modSld sldOrd">
      <pc:chgData name="Hung Fu Lin 林鴻富" userId="24e90794-23a9-4a94-b676-0b5615d211e1" providerId="ADAL" clId="{BFF032AE-6DCD-48BF-B540-1C30D77E0355}" dt="2024-02-02T02:36:08.898" v="124" actId="14100"/>
      <pc:docMkLst>
        <pc:docMk/>
      </pc:docMkLst>
      <pc:sldChg chg="modSp mod">
        <pc:chgData name="Hung Fu Lin 林鴻富" userId="24e90794-23a9-4a94-b676-0b5615d211e1" providerId="ADAL" clId="{BFF032AE-6DCD-48BF-B540-1C30D77E0355}" dt="2024-02-02T02:18:55.250" v="15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FF032AE-6DCD-48BF-B540-1C30D77E0355}" dt="2024-02-02T02:18:21.00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FF032AE-6DCD-48BF-B540-1C30D77E0355}" dt="2024-02-02T02:18:55.250" v="15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58232168" sldId="289"/>
        </pc:sldMkLst>
      </pc:sldChg>
      <pc:sldChg chg="modSp mod">
        <pc:chgData name="Hung Fu Lin 林鴻富" userId="24e90794-23a9-4a94-b676-0b5615d211e1" providerId="ADAL" clId="{BFF032AE-6DCD-48BF-B540-1C30D77E0355}" dt="2024-02-02T02:35:35.943" v="116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FF032AE-6DCD-48BF-B540-1C30D77E0355}" dt="2024-02-02T02:35:35.943" v="116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936730193" sldId="32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108415839" sldId="32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14605517" sldId="32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90726238" sldId="32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156997372" sldId="32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980276243" sldId="33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834102604" sldId="33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385786349" sldId="332"/>
        </pc:sldMkLst>
      </pc:sldChg>
      <pc:sldChg chg="modSp mod">
        <pc:chgData name="Hung Fu Lin 林鴻富" userId="24e90794-23a9-4a94-b676-0b5615d211e1" providerId="ADAL" clId="{BFF032AE-6DCD-48BF-B540-1C30D77E0355}" dt="2024-02-02T02:36:08.898" v="124" actId="14100"/>
        <pc:sldMkLst>
          <pc:docMk/>
          <pc:sldMk cId="2330029763" sldId="335"/>
        </pc:sldMkLst>
        <pc:spChg chg="mod">
          <ac:chgData name="Hung Fu Lin 林鴻富" userId="24e90794-23a9-4a94-b676-0b5615d211e1" providerId="ADAL" clId="{BFF032AE-6DCD-48BF-B540-1C30D77E0355}" dt="2024-02-02T02:35:59.162" v="121" actId="1076"/>
          <ac:spMkLst>
            <pc:docMk/>
            <pc:sldMk cId="2330029763" sldId="335"/>
            <ac:spMk id="9" creationId="{B46CDFF4-04DA-A84D-BA34-80E78BB6BFEF}"/>
          </ac:spMkLst>
        </pc:spChg>
        <pc:spChg chg="mod">
          <ac:chgData name="Hung Fu Lin 林鴻富" userId="24e90794-23a9-4a94-b676-0b5615d211e1" providerId="ADAL" clId="{BFF032AE-6DCD-48BF-B540-1C30D77E0355}" dt="2024-02-02T02:36:08.898" v="124" actId="14100"/>
          <ac:spMkLst>
            <pc:docMk/>
            <pc:sldMk cId="2330029763" sldId="335"/>
            <ac:spMk id="12" creationId="{FABDF404-3F1A-0D83-4E84-4EBBA31D4D7B}"/>
          </ac:spMkLst>
        </pc:spChg>
        <pc:picChg chg="mod">
          <ac:chgData name="Hung Fu Lin 林鴻富" userId="24e90794-23a9-4a94-b676-0b5615d211e1" providerId="ADAL" clId="{BFF032AE-6DCD-48BF-B540-1C30D77E0355}" dt="2024-02-02T02:35:57.227" v="120" actId="1076"/>
          <ac:picMkLst>
            <pc:docMk/>
            <pc:sldMk cId="2330029763" sldId="335"/>
            <ac:picMk id="6" creationId="{CE351B78-E083-3AD7-836C-03BD82FF68C7}"/>
          </ac:picMkLst>
        </pc:picChg>
        <pc:picChg chg="mod">
          <ac:chgData name="Hung Fu Lin 林鴻富" userId="24e90794-23a9-4a94-b676-0b5615d211e1" providerId="ADAL" clId="{BFF032AE-6DCD-48BF-B540-1C30D77E0355}" dt="2024-02-02T02:36:02.492" v="122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85884115" sldId="34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667296384" sldId="34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947547463" sldId="34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084236150" sldId="34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82330505" sldId="34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510824802" sldId="34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559041279" sldId="34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4058323522" sldId="34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699153519" sldId="35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75920356" sldId="35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30356911" sldId="352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684228378" sldId="353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070509237" sldId="354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578922361" sldId="355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2124598953" sldId="356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391667457" sldId="357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603784274" sldId="358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427470491" sldId="359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01672149" sldId="360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1092695982" sldId="361"/>
        </pc:sldMkLst>
      </pc:sldChg>
      <pc:sldChg chg="del">
        <pc:chgData name="Hung Fu Lin 林鴻富" userId="24e90794-23a9-4a94-b676-0b5615d211e1" providerId="ADAL" clId="{BFF032AE-6DCD-48BF-B540-1C30D77E0355}" dt="2024-02-02T02:34:33.329" v="100" actId="47"/>
        <pc:sldMkLst>
          <pc:docMk/>
          <pc:sldMk cId="3230002660" sldId="362"/>
        </pc:sldMkLst>
      </pc:sldChg>
      <pc:sldChg chg="add ord">
        <pc:chgData name="Hung Fu Lin 林鴻富" userId="24e90794-23a9-4a94-b676-0b5615d211e1" providerId="ADAL" clId="{BFF032AE-6DCD-48BF-B540-1C30D77E0355}" dt="2024-02-02T02:34:28.702" v="99"/>
        <pc:sldMkLst>
          <pc:docMk/>
          <pc:sldMk cId="2067610475" sldId="363"/>
        </pc:sldMkLst>
      </pc:sldChg>
      <pc:sldMasterChg chg="delSldLayout">
        <pc:chgData name="Hung Fu Lin 林鴻富" userId="24e90794-23a9-4a94-b676-0b5615d211e1" providerId="ADAL" clId="{BFF032AE-6DCD-48BF-B540-1C30D77E0355}" dt="2024-02-02T02:34:33.329" v="10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BFF032AE-6DCD-48BF-B540-1C30D77E0355}" dt="2024-02-02T02:34:33.329" v="100" actId="47"/>
          <pc:sldLayoutMkLst>
            <pc:docMk/>
            <pc:sldMasterMk cId="1882785525" sldId="2147483697"/>
            <pc:sldLayoutMk cId="3361533930" sldId="2147483727"/>
          </pc:sldLayoutMkLst>
        </pc:sldLayoutChg>
      </pc:sldMasterChg>
    </pc:docChg>
  </pc:docChgLst>
  <pc:docChgLst>
    <pc:chgData name="Hung Fu Lin 林鴻富" userId="24e90794-23a9-4a94-b676-0b5615d211e1" providerId="ADAL" clId="{30BA9433-F00F-4721-AA46-62BCE4A8A5EC}"/>
    <pc:docChg chg="custSel addSld delSld modSld">
      <pc:chgData name="Hung Fu Lin 林鴻富" userId="24e90794-23a9-4a94-b676-0b5615d211e1" providerId="ADAL" clId="{30BA9433-F00F-4721-AA46-62BCE4A8A5EC}" dt="2023-12-22T02:20:21.924" v="48" actId="20577"/>
      <pc:docMkLst>
        <pc:docMk/>
      </pc:docMkLst>
      <pc:sldChg chg="modSp mod">
        <pc:chgData name="Hung Fu Lin 林鴻富" userId="24e90794-23a9-4a94-b676-0b5615d211e1" providerId="ADAL" clId="{30BA9433-F00F-4721-AA46-62BCE4A8A5EC}" dt="2023-12-22T02:20:21.924" v="48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A9433-F00F-4721-AA46-62BCE4A8A5EC}" dt="2023-12-22T02:20:17.094" v="46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A9433-F00F-4721-AA46-62BCE4A8A5EC}" dt="2023-12-22T02:20:21.924" v="48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012011967" sldId="290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877499487" sldId="291"/>
        </pc:sldMkLst>
      </pc:sldChg>
      <pc:sldChg chg="modSp mod">
        <pc:chgData name="Hung Fu Lin 林鴻富" userId="24e90794-23a9-4a94-b676-0b5615d211e1" providerId="ADAL" clId="{30BA9433-F00F-4721-AA46-62BCE4A8A5EC}" dt="2023-12-22T02:19:57.558" v="45" actId="6549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A9433-F00F-4721-AA46-62BCE4A8A5EC}" dt="2023-12-22T02:19:57.558" v="45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3422147421" sldId="293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1690589217" sldId="297"/>
        </pc:sldMkLst>
      </pc:sldChg>
      <pc:sldChg chg="del">
        <pc:chgData name="Hung Fu Lin 林鴻富" userId="24e90794-23a9-4a94-b676-0b5615d211e1" providerId="ADAL" clId="{30BA9433-F00F-4721-AA46-62BCE4A8A5EC}" dt="2023-12-22T02:15:03.862" v="0" actId="47"/>
        <pc:sldMkLst>
          <pc:docMk/>
          <pc:sldMk cId="2491510743" sldId="298"/>
        </pc:sldMkLst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3373454683" sldId="299"/>
        </pc:sldMkLst>
      </pc:sldChg>
      <pc:sldChg chg="modSp add mod">
        <pc:chgData name="Hung Fu Lin 林鴻富" userId="24e90794-23a9-4a94-b676-0b5615d211e1" providerId="ADAL" clId="{30BA9433-F00F-4721-AA46-62BCE4A8A5EC}" dt="2023-12-22T02:16:20.350" v="14" actId="20577"/>
        <pc:sldMkLst>
          <pc:docMk/>
          <pc:sldMk cId="546419126" sldId="303"/>
        </pc:sldMkLst>
        <pc:spChg chg="mod">
          <ac:chgData name="Hung Fu Lin 林鴻富" userId="24e90794-23a9-4a94-b676-0b5615d211e1" providerId="ADAL" clId="{30BA9433-F00F-4721-AA46-62BCE4A8A5EC}" dt="2023-12-22T02:16:20.350" v="14" actId="20577"/>
          <ac:spMkLst>
            <pc:docMk/>
            <pc:sldMk cId="546419126" sldId="303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19.940" v="2" actId="14100"/>
          <ac:spMkLst>
            <pc:docMk/>
            <pc:sldMk cId="546419126" sldId="303"/>
            <ac:spMk id="7" creationId="{3727E1B6-2E6B-7522-DAA8-18AFFE320BD8}"/>
          </ac:spMkLst>
        </pc:spChg>
      </pc:sldChg>
      <pc:sldChg chg="add">
        <pc:chgData name="Hung Fu Lin 林鴻富" userId="24e90794-23a9-4a94-b676-0b5615d211e1" providerId="ADAL" clId="{30BA9433-F00F-4721-AA46-62BCE4A8A5EC}" dt="2023-12-22T02:15:10.771" v="1"/>
        <pc:sldMkLst>
          <pc:docMk/>
          <pc:sldMk cId="685574967" sldId="305"/>
        </pc:sldMkLst>
      </pc:sldChg>
      <pc:sldChg chg="modSp add mod">
        <pc:chgData name="Hung Fu Lin 林鴻富" userId="24e90794-23a9-4a94-b676-0b5615d211e1" providerId="ADAL" clId="{30BA9433-F00F-4721-AA46-62BCE4A8A5EC}" dt="2023-12-22T02:16:34.037" v="24" actId="20577"/>
        <pc:sldMkLst>
          <pc:docMk/>
          <pc:sldMk cId="2915235210" sldId="306"/>
        </pc:sldMkLst>
        <pc:spChg chg="mod">
          <ac:chgData name="Hung Fu Lin 林鴻富" userId="24e90794-23a9-4a94-b676-0b5615d211e1" providerId="ADAL" clId="{30BA9433-F00F-4721-AA46-62BCE4A8A5EC}" dt="2023-12-22T02:16:34.037" v="24" actId="20577"/>
          <ac:spMkLst>
            <pc:docMk/>
            <pc:sldMk cId="2915235210" sldId="306"/>
            <ac:spMk id="6" creationId="{B89A3D1B-9A3D-34D5-C108-41B2A5EFE799}"/>
          </ac:spMkLst>
        </pc:spChg>
        <pc:spChg chg="mod">
          <ac:chgData name="Hung Fu Lin 林鴻富" userId="24e90794-23a9-4a94-b676-0b5615d211e1" providerId="ADAL" clId="{30BA9433-F00F-4721-AA46-62BCE4A8A5EC}" dt="2023-12-22T02:15:34.444" v="5" actId="20577"/>
          <ac:spMkLst>
            <pc:docMk/>
            <pc:sldMk cId="2915235210" sldId="306"/>
            <ac:spMk id="7" creationId="{3727E1B6-2E6B-7522-DAA8-18AFFE320BD8}"/>
          </ac:spMkLst>
        </pc:spChg>
        <pc:grpChg chg="mod">
          <ac:chgData name="Hung Fu Lin 林鴻富" userId="24e90794-23a9-4a94-b676-0b5615d211e1" providerId="ADAL" clId="{30BA9433-F00F-4721-AA46-62BCE4A8A5EC}" dt="2023-12-22T02:15:28.970" v="3" actId="14100"/>
          <ac:grpSpMkLst>
            <pc:docMk/>
            <pc:sldMk cId="2915235210" sldId="306"/>
            <ac:grpSpMk id="13" creationId="{2B3B0D93-6D1D-0DC2-FFED-F7FC9A9CAEEA}"/>
          </ac:grpSpMkLst>
        </pc:grpChg>
      </pc:sldChg>
      <pc:sldMasterChg chg="delSldLayout">
        <pc:chgData name="Hung Fu Lin 林鴻富" userId="24e90794-23a9-4a94-b676-0b5615d211e1" providerId="ADAL" clId="{30BA9433-F00F-4721-AA46-62BCE4A8A5EC}" dt="2023-12-22T02:15:03.862" v="0" actId="47"/>
        <pc:sldMasterMkLst>
          <pc:docMk/>
          <pc:sldMasterMk cId="1882785525" sldId="2147483697"/>
        </pc:sldMasterMkLst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4287200109" sldId="2147483727"/>
          </pc:sldLayoutMkLst>
        </pc:sldLayoutChg>
        <pc:sldLayoutChg chg="del">
          <pc:chgData name="Hung Fu Lin 林鴻富" userId="24e90794-23a9-4a94-b676-0b5615d211e1" providerId="ADAL" clId="{30BA9433-F00F-4721-AA46-62BCE4A8A5EC}" dt="2023-12-22T02:15:03.862" v="0" actId="47"/>
          <pc:sldLayoutMkLst>
            <pc:docMk/>
            <pc:sldMasterMk cId="1882785525" sldId="2147483697"/>
            <pc:sldLayoutMk cId="2642823166" sldId="2147483728"/>
          </pc:sldLayoutMkLst>
        </pc:sldLayoutChg>
      </pc:sldMasterChg>
    </pc:docChg>
  </pc:docChgLst>
  <pc:docChgLst>
    <pc:chgData name="Hung Fu Lin 林鴻富" userId="24e90794-23a9-4a94-b676-0b5615d211e1" providerId="ADAL" clId="{9F873250-7A3D-476B-BD42-03A63DB4B393}"/>
    <pc:docChg chg="custSel modSld">
      <pc:chgData name="Hung Fu Lin 林鴻富" userId="24e90794-23a9-4a94-b676-0b5615d211e1" providerId="ADAL" clId="{9F873250-7A3D-476B-BD42-03A63DB4B393}" dt="2024-03-08T03:01:01.667" v="494" actId="20577"/>
      <pc:docMkLst>
        <pc:docMk/>
      </pc:docMkLst>
      <pc:sldChg chg="modSp mod">
        <pc:chgData name="Hung Fu Lin 林鴻富" userId="24e90794-23a9-4a94-b676-0b5615d211e1" providerId="ADAL" clId="{9F873250-7A3D-476B-BD42-03A63DB4B393}" dt="2024-03-08T01:12:47.441" v="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9F873250-7A3D-476B-BD42-03A63DB4B393}" dt="2024-03-08T01:12:39.101" v="1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9F873250-7A3D-476B-BD42-03A63DB4B393}" dt="2024-03-08T01:12:47.441" v="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9F873250-7A3D-476B-BD42-03A63DB4B393}" dt="2024-03-08T03:01:01.667" v="494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9F873250-7A3D-476B-BD42-03A63DB4B393}" dt="2024-03-08T03:01:01.667" v="494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F73E3689-82AD-4E4D-BE20-A016AA650FF4}"/>
    <pc:docChg chg="undo custSel modSld">
      <pc:chgData name="Hung Fu Lin 林鴻富" userId="24e90794-23a9-4a94-b676-0b5615d211e1" providerId="ADAL" clId="{F73E3689-82AD-4E4D-BE20-A016AA650FF4}" dt="2024-04-19T02:30:51.588" v="370" actId="20577"/>
      <pc:docMkLst>
        <pc:docMk/>
      </pc:docMkLst>
      <pc:sldChg chg="modSp mod">
        <pc:chgData name="Hung Fu Lin 林鴻富" userId="24e90794-23a9-4a94-b676-0b5615d211e1" providerId="ADAL" clId="{F73E3689-82AD-4E4D-BE20-A016AA650FF4}" dt="2024-04-19T02:01:26.653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F73E3689-82AD-4E4D-BE20-A016AA650FF4}" dt="2024-04-19T02:01:22.721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F73E3689-82AD-4E4D-BE20-A016AA650FF4}" dt="2024-04-19T02:01:26.653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F73E3689-82AD-4E4D-BE20-A016AA650FF4}" dt="2024-04-19T02:21:20.938" v="2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F73E3689-82AD-4E4D-BE20-A016AA650FF4}" dt="2024-04-19T02:21:20.938" v="2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F73E3689-82AD-4E4D-BE20-A016AA650FF4}" dt="2024-04-19T02:30:51.588" v="37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F73E3689-82AD-4E4D-BE20-A016AA650FF4}" dt="2024-04-19T02:30:51.588" v="37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58B00A09-3354-41AA-85FD-9941E59F4B11}"/>
    <pc:docChg chg="custSel delSld modSld">
      <pc:chgData name="Hung Fu Lin 林鴻富" userId="24e90794-23a9-4a94-b676-0b5615d211e1" providerId="ADAL" clId="{58B00A09-3354-41AA-85FD-9941E59F4B11}" dt="2024-05-03T02:29:14.462" v="349" actId="20577"/>
      <pc:docMkLst>
        <pc:docMk/>
      </pc:docMkLst>
      <pc:sldChg chg="modSp mod">
        <pc:chgData name="Hung Fu Lin 林鴻富" userId="24e90794-23a9-4a94-b676-0b5615d211e1" providerId="ADAL" clId="{58B00A09-3354-41AA-85FD-9941E59F4B11}" dt="2024-05-03T01:40:57.111" v="1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58B00A09-3354-41AA-85FD-9941E59F4B11}" dt="2024-05-03T01:40:43.673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8B00A09-3354-41AA-85FD-9941E59F4B11}" dt="2024-05-03T01:40:57.111" v="1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8B00A09-3354-41AA-85FD-9941E59F4B11}" dt="2024-05-03T02:29:14.462" v="3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8B00A09-3354-41AA-85FD-9941E59F4B11}" dt="2024-05-03T02:29:14.462" v="3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del mod">
        <pc:chgData name="Hung Fu Lin 林鴻富" userId="24e90794-23a9-4a94-b676-0b5615d211e1" providerId="ADAL" clId="{58B00A09-3354-41AA-85FD-9941E59F4B11}" dt="2024-05-03T02:27:46.262" v="311" actId="47"/>
        <pc:sldMkLst>
          <pc:docMk/>
          <pc:sldMk cId="321388922" sldId="365"/>
        </pc:sldMkLst>
        <pc:graphicFrameChg chg="modGraphic">
          <ac:chgData name="Hung Fu Lin 林鴻富" userId="24e90794-23a9-4a94-b676-0b5615d211e1" providerId="ADAL" clId="{58B00A09-3354-41AA-85FD-9941E59F4B11}" dt="2024-05-03T01:51:38.249" v="53" actId="2165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mod">
        <pc:chgData name="Hung Fu Lin 林鴻富" userId="24e90794-23a9-4a94-b676-0b5615d211e1" providerId="ADAL" clId="{58B00A09-3354-41AA-85FD-9941E59F4B11}" dt="2024-05-03T01:47:52.115" v="50" actId="1582"/>
        <pc:sldMkLst>
          <pc:docMk/>
          <pc:sldMk cId="526150877" sldId="366"/>
        </pc:sldMkLst>
        <pc:spChg chg="add mod">
          <ac:chgData name="Hung Fu Lin 林鴻富" userId="24e90794-23a9-4a94-b676-0b5615d211e1" providerId="ADAL" clId="{58B00A09-3354-41AA-85FD-9941E59F4B11}" dt="2024-05-03T01:44:17.752" v="22" actId="1582"/>
          <ac:spMkLst>
            <pc:docMk/>
            <pc:sldMk cId="526150877" sldId="366"/>
            <ac:spMk id="9" creationId="{AC89BC8F-5255-867A-C5F1-A5DA97E144B5}"/>
          </ac:spMkLst>
        </pc:spChg>
        <pc:spChg chg="add mod">
          <ac:chgData name="Hung Fu Lin 林鴻富" userId="24e90794-23a9-4a94-b676-0b5615d211e1" providerId="ADAL" clId="{58B00A09-3354-41AA-85FD-9941E59F4B11}" dt="2024-05-03T01:46:35.233" v="38" actId="1582"/>
          <ac:spMkLst>
            <pc:docMk/>
            <pc:sldMk cId="526150877" sldId="366"/>
            <ac:spMk id="13" creationId="{F9BBD7FF-9F98-61FB-BF0E-F35B6F2DA003}"/>
          </ac:spMkLst>
        </pc:spChg>
        <pc:spChg chg="add mod">
          <ac:chgData name="Hung Fu Lin 林鴻富" userId="24e90794-23a9-4a94-b676-0b5615d211e1" providerId="ADAL" clId="{58B00A09-3354-41AA-85FD-9941E59F4B11}" dt="2024-05-03T01:47:52.115" v="50" actId="1582"/>
          <ac:spMkLst>
            <pc:docMk/>
            <pc:sldMk cId="526150877" sldId="366"/>
            <ac:spMk id="18" creationId="{051DCA8C-0B42-40AD-A68F-FFB987BECE82}"/>
          </ac:spMkLst>
        </pc:spChg>
        <pc:picChg chg="add del mod">
          <ac:chgData name="Hung Fu Lin 林鴻富" userId="24e90794-23a9-4a94-b676-0b5615d211e1" providerId="ADAL" clId="{58B00A09-3354-41AA-85FD-9941E59F4B11}" dt="2024-05-03T01:43:00.695" v="17" actId="478"/>
          <ac:picMkLst>
            <pc:docMk/>
            <pc:sldMk cId="526150877" sldId="366"/>
            <ac:picMk id="3" creationId="{35FE06A9-EEF4-3A2F-8F82-80FAC7E67BBA}"/>
          </ac:picMkLst>
        </pc:picChg>
        <pc:picChg chg="del">
          <ac:chgData name="Hung Fu Lin 林鴻富" userId="24e90794-23a9-4a94-b676-0b5615d211e1" providerId="ADAL" clId="{58B00A09-3354-41AA-85FD-9941E59F4B11}" dt="2024-05-03T01:42:27.803" v="14" actId="478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58B00A09-3354-41AA-85FD-9941E59F4B11}" dt="2024-05-03T01:43:02.650" v="19" actId="1076"/>
          <ac:picMkLst>
            <pc:docMk/>
            <pc:sldMk cId="526150877" sldId="366"/>
            <ac:picMk id="7" creationId="{AF0E3D90-EDF7-A047-A4E1-0C73C3852C22}"/>
          </ac:picMkLst>
        </pc:picChg>
        <pc:picChg chg="del">
          <ac:chgData name="Hung Fu Lin 林鴻富" userId="24e90794-23a9-4a94-b676-0b5615d211e1" providerId="ADAL" clId="{58B00A09-3354-41AA-85FD-9941E59F4B11}" dt="2024-05-03T01:42:27.166" v="13" actId="478"/>
          <ac:picMkLst>
            <pc:docMk/>
            <pc:sldMk cId="526150877" sldId="366"/>
            <ac:picMk id="8" creationId="{64696B26-D22C-7AB8-E072-9DBC58B9A338}"/>
          </ac:picMkLst>
        </pc:picChg>
        <pc:picChg chg="add mod">
          <ac:chgData name="Hung Fu Lin 林鴻富" userId="24e90794-23a9-4a94-b676-0b5615d211e1" providerId="ADAL" clId="{58B00A09-3354-41AA-85FD-9941E59F4B11}" dt="2024-05-03T01:47:24.618" v="46" actId="1076"/>
          <ac:picMkLst>
            <pc:docMk/>
            <pc:sldMk cId="526150877" sldId="366"/>
            <ac:picMk id="17" creationId="{2642175D-C022-4B11-C133-8715C709585C}"/>
          </ac:picMkLst>
        </pc:picChg>
        <pc:cxnChg chg="add mod">
          <ac:chgData name="Hung Fu Lin 林鴻富" userId="24e90794-23a9-4a94-b676-0b5615d211e1" providerId="ADAL" clId="{58B00A09-3354-41AA-85FD-9941E59F4B11}" dt="2024-05-03T01:46:39.479" v="39" actId="208"/>
          <ac:cxnSpMkLst>
            <pc:docMk/>
            <pc:sldMk cId="526150877" sldId="366"/>
            <ac:cxnSpMk id="11" creationId="{B681FEEC-3378-E62D-9894-6D1A631F323A}"/>
          </ac:cxnSpMkLst>
        </pc:cxnChg>
        <pc:cxnChg chg="add del mod">
          <ac:chgData name="Hung Fu Lin 林鴻富" userId="24e90794-23a9-4a94-b676-0b5615d211e1" providerId="ADAL" clId="{58B00A09-3354-41AA-85FD-9941E59F4B11}" dt="2024-05-03T01:45:56.205" v="31" actId="478"/>
          <ac:cxnSpMkLst>
            <pc:docMk/>
            <pc:sldMk cId="526150877" sldId="366"/>
            <ac:cxnSpMk id="12" creationId="{29ED43EB-E591-6D02-F908-1EE701FAF737}"/>
          </ac:cxnSpMkLst>
        </pc:cxnChg>
        <pc:cxnChg chg="add mod">
          <ac:chgData name="Hung Fu Lin 林鴻富" userId="24e90794-23a9-4a94-b676-0b5615d211e1" providerId="ADAL" clId="{58B00A09-3354-41AA-85FD-9941E59F4B11}" dt="2024-05-03T01:46:52.697" v="42" actId="1582"/>
          <ac:cxnSpMkLst>
            <pc:docMk/>
            <pc:sldMk cId="526150877" sldId="366"/>
            <ac:cxnSpMk id="15" creationId="{824969E2-A7A9-0AFA-6224-29D60BB2BEA0}"/>
          </ac:cxnSpMkLst>
        </pc:cxnChg>
      </pc:sldChg>
    </pc:docChg>
  </pc:docChgLst>
  <pc:docChgLst>
    <pc:chgData name="Hung Fu Lin 林鴻富" userId="24e90794-23a9-4a94-b676-0b5615d211e1" providerId="ADAL" clId="{AFDBB2DD-0CAE-4E0C-ACD2-67016B0ABF72}"/>
    <pc:docChg chg="undo custSel addSld delSld modSld sldOrd">
      <pc:chgData name="Hung Fu Lin 林鴻富" userId="24e90794-23a9-4a94-b676-0b5615d211e1" providerId="ADAL" clId="{AFDBB2DD-0CAE-4E0C-ACD2-67016B0ABF72}" dt="2023-12-15T02:15:23.333" v="273" actId="47"/>
      <pc:docMkLst>
        <pc:docMk/>
      </pc:docMkLst>
      <pc:sldChg chg="modSp mod">
        <pc:chgData name="Hung Fu Lin 林鴻富" userId="24e90794-23a9-4a94-b676-0b5615d211e1" providerId="ADAL" clId="{AFDBB2DD-0CAE-4E0C-ACD2-67016B0ABF72}" dt="2023-12-15T01:09:42.233" v="103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DBB2DD-0CAE-4E0C-ACD2-67016B0ABF72}" dt="2023-12-15T01:05:41.674" v="37" actId="255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6:18.984" v="67" actId="20577"/>
          <ac:spMkLst>
            <pc:docMk/>
            <pc:sldMk cId="4034959011" sldId="258"/>
            <ac:spMk id="3" creationId="{00000000-0000-0000-0000-000000000000}"/>
          </ac:spMkLst>
        </pc:spChg>
        <pc:spChg chg="mod">
          <ac:chgData name="Hung Fu Lin 林鴻富" userId="24e90794-23a9-4a94-b676-0b5615d211e1" providerId="ADAL" clId="{AFDBB2DD-0CAE-4E0C-ACD2-67016B0ABF72}" dt="2023-12-15T01:09:42.233" v="103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012011967" sldId="290"/>
        </pc:sldMkLst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877499487" sldId="291"/>
        </pc:sldMkLst>
      </pc:sldChg>
      <pc:sldChg chg="addSp delSp modSp mod">
        <pc:chgData name="Hung Fu Lin 林鴻富" userId="24e90794-23a9-4a94-b676-0b5615d211e1" providerId="ADAL" clId="{AFDBB2DD-0CAE-4E0C-ACD2-67016B0ABF72}" dt="2023-12-15T01:59:09.651" v="193" actId="207"/>
        <pc:sldMkLst>
          <pc:docMk/>
          <pc:sldMk cId="1075585444" sldId="292"/>
        </pc:sldMkLst>
        <pc:spChg chg="mod">
          <ac:chgData name="Hung Fu Lin 林鴻富" userId="24e90794-23a9-4a94-b676-0b5615d211e1" providerId="ADAL" clId="{AFDBB2DD-0CAE-4E0C-ACD2-67016B0ABF72}" dt="2023-12-15T01:06:35.227" v="80" actId="20577"/>
          <ac:spMkLst>
            <pc:docMk/>
            <pc:sldMk cId="1075585444" sldId="292"/>
            <ac:spMk id="2" creationId="{CC35850A-CA79-3371-9C55-14181A424C8F}"/>
          </ac:spMkLst>
        </pc:spChg>
        <pc:spChg chg="del">
          <ac:chgData name="Hung Fu Lin 林鴻富" userId="24e90794-23a9-4a94-b676-0b5615d211e1" providerId="ADAL" clId="{AFDBB2DD-0CAE-4E0C-ACD2-67016B0ABF72}" dt="2023-12-15T01:06:42.410" v="81" actId="478"/>
          <ac:spMkLst>
            <pc:docMk/>
            <pc:sldMk cId="1075585444" sldId="292"/>
            <ac:spMk id="3" creationId="{3C905494-509E-D8B1-A72D-28985E5D6D30}"/>
          </ac:spMkLst>
        </pc:spChg>
        <pc:graphicFrameChg chg="add mod modGraphic">
          <ac:chgData name="Hung Fu Lin 林鴻富" userId="24e90794-23a9-4a94-b676-0b5615d211e1" providerId="ADAL" clId="{AFDBB2DD-0CAE-4E0C-ACD2-67016B0ABF72}" dt="2023-12-15T01:59:09.651" v="193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3422147421" sldId="293"/>
        </pc:sldMkLst>
      </pc:sldChg>
      <pc:sldChg chg="add del">
        <pc:chgData name="Hung Fu Lin 林鴻富" userId="24e90794-23a9-4a94-b676-0b5615d211e1" providerId="ADAL" clId="{AFDBB2DD-0CAE-4E0C-ACD2-67016B0ABF72}" dt="2023-12-15T02:15:23.333" v="273" actId="47"/>
        <pc:sldMkLst>
          <pc:docMk/>
          <pc:sldMk cId="2719666770" sldId="296"/>
        </pc:sldMkLst>
      </pc:sldChg>
      <pc:sldChg chg="addSp delSp modSp add mod ord delAnim modAnim">
        <pc:chgData name="Hung Fu Lin 林鴻富" userId="24e90794-23a9-4a94-b676-0b5615d211e1" providerId="ADAL" clId="{AFDBB2DD-0CAE-4E0C-ACD2-67016B0ABF72}" dt="2023-12-15T02:12:48.858" v="272" actId="1582"/>
        <pc:sldMkLst>
          <pc:docMk/>
          <pc:sldMk cId="1690589217" sldId="297"/>
        </pc:sldMkLst>
        <pc:spChg chg="add del mod">
          <ac:chgData name="Hung Fu Lin 林鴻富" userId="24e90794-23a9-4a94-b676-0b5615d211e1" providerId="ADAL" clId="{AFDBB2DD-0CAE-4E0C-ACD2-67016B0ABF72}" dt="2023-12-15T02:02:19.822" v="197" actId="478"/>
          <ac:spMkLst>
            <pc:docMk/>
            <pc:sldMk cId="1690589217" sldId="297"/>
            <ac:spMk id="2" creationId="{052B9030-8BEB-E99C-BF50-94D0853EE98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5" creationId="{BDDD0E91-B3CD-5C38-0925-C47E1EDF9E2D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6" creationId="{BDF835AB-395D-89C5-02C0-253495B8513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7" creationId="{A30DBA7C-F739-D0B1-AC0B-22AB59A3E0DC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49" creationId="{A1B6949E-46AD-D81A-9445-7EE718703F39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1" creationId="{0F6C3FA8-C9D2-C179-76FB-B15E86169A57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52" creationId="{9A782B46-E570-AD09-DFB8-71C156843BE1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1" creationId="{8AF9B108-0D7B-266E-5050-222FB692F884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2" creationId="{CAE2DF1C-A4DE-AD6F-A25A-81E11AF467B0}"/>
          </ac:spMkLst>
        </pc:spChg>
        <pc:spChg chg="mod">
          <ac:chgData name="Hung Fu Lin 林鴻富" userId="24e90794-23a9-4a94-b676-0b5615d211e1" providerId="ADAL" clId="{AFDBB2DD-0CAE-4E0C-ACD2-67016B0ABF72}" dt="2023-12-15T02:03:42.613" v="204" actId="208"/>
          <ac:spMkLst>
            <pc:docMk/>
            <pc:sldMk cId="1690589217" sldId="297"/>
            <ac:spMk id="63" creationId="{57B556BD-9FF3-8F7D-DC2A-D29901E3ED9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5" creationId="{BDBF4427-43AB-26FA-0DA5-906B5A25157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8" creationId="{2E32D1D9-7F75-C6BC-DEAF-0D40F55D0034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69" creationId="{70B8302C-D8F9-1DA2-C581-104961070149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0" creationId="{4E1E157B-8E60-A204-EEEE-D7CA89BCBCD2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1" creationId="{C65CC21B-6823-8AD1-EB3A-23FE6E4E12AE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2" creationId="{C689EAFC-C57A-2995-C227-42FA08990117}"/>
          </ac:spMkLst>
        </pc:spChg>
        <pc:spChg chg="add del mod">
          <ac:chgData name="Hung Fu Lin 林鴻富" userId="24e90794-23a9-4a94-b676-0b5615d211e1" providerId="ADAL" clId="{AFDBB2DD-0CAE-4E0C-ACD2-67016B0ABF72}" dt="2023-12-15T02:03:44.079" v="205"/>
          <ac:spMkLst>
            <pc:docMk/>
            <pc:sldMk cId="1690589217" sldId="297"/>
            <ac:spMk id="73" creationId="{D53EBD3F-D0F7-FB82-CBB7-16EA17A52616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4" creationId="{299CC600-C661-FE3B-580F-117548E32F7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5" creationId="{4BC17FA6-E426-998C-F637-0966E44D372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7" creationId="{20E0D376-8084-4D21-0016-80A4B78BB4AC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8" creationId="{FE099E27-A3B4-2593-2D6D-867FDE438B2E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79" creationId="{9768FFCD-A6CA-689C-BAE9-D381BFAB3432}"/>
          </ac:spMkLst>
        </pc:spChg>
        <pc:spChg chg="add mod">
          <ac:chgData name="Hung Fu Lin 林鴻富" userId="24e90794-23a9-4a94-b676-0b5615d211e1" providerId="ADAL" clId="{AFDBB2DD-0CAE-4E0C-ACD2-67016B0ABF72}" dt="2023-12-15T02:04:24.259" v="208" actId="1582"/>
          <ac:spMkLst>
            <pc:docMk/>
            <pc:sldMk cId="1690589217" sldId="297"/>
            <ac:spMk id="80" creationId="{403F387B-9CDE-CD6A-BB58-B53DCEAD789B}"/>
          </ac:spMkLst>
        </pc:spChg>
        <pc:spChg chg="add mod">
          <ac:chgData name="Hung Fu Lin 林鴻富" userId="24e90794-23a9-4a94-b676-0b5615d211e1" providerId="ADAL" clId="{AFDBB2DD-0CAE-4E0C-ACD2-67016B0ABF72}" dt="2023-12-15T02:04:34.196" v="209"/>
          <ac:spMkLst>
            <pc:docMk/>
            <pc:sldMk cId="1690589217" sldId="297"/>
            <ac:spMk id="82" creationId="{22601B97-9349-F4FA-3591-890AA8079A65}"/>
          </ac:spMkLst>
        </pc:spChg>
        <pc:spChg chg="add mod">
          <ac:chgData name="Hung Fu Lin 林鴻富" userId="24e90794-23a9-4a94-b676-0b5615d211e1" providerId="ADAL" clId="{AFDBB2DD-0CAE-4E0C-ACD2-67016B0ABF72}" dt="2023-12-15T02:04:39.989" v="210"/>
          <ac:spMkLst>
            <pc:docMk/>
            <pc:sldMk cId="1690589217" sldId="297"/>
            <ac:spMk id="83" creationId="{492C71AD-25C3-AE69-D820-E4FF25118A3A}"/>
          </ac:spMkLst>
        </pc:spChg>
        <pc:spChg chg="add mod">
          <ac:chgData name="Hung Fu Lin 林鴻富" userId="24e90794-23a9-4a94-b676-0b5615d211e1" providerId="ADAL" clId="{AFDBB2DD-0CAE-4E0C-ACD2-67016B0ABF72}" dt="2023-12-15T02:06:57.993" v="217" actId="1582"/>
          <ac:spMkLst>
            <pc:docMk/>
            <pc:sldMk cId="1690589217" sldId="297"/>
            <ac:spMk id="86" creationId="{73B16770-DD31-F49E-0A8E-8732C9F606E8}"/>
          </ac:spMkLst>
        </pc:spChg>
        <pc:spChg chg="add mod">
          <ac:chgData name="Hung Fu Lin 林鴻富" userId="24e90794-23a9-4a94-b676-0b5615d211e1" providerId="ADAL" clId="{AFDBB2DD-0CAE-4E0C-ACD2-67016B0ABF72}" dt="2023-12-15T02:07:06.180" v="220" actId="14100"/>
          <ac:spMkLst>
            <pc:docMk/>
            <pc:sldMk cId="1690589217" sldId="297"/>
            <ac:spMk id="87" creationId="{09751C21-6D43-F01C-4C9A-D702E13CCD88}"/>
          </ac:spMkLst>
        </pc:spChg>
        <pc:spChg chg="add mod">
          <ac:chgData name="Hung Fu Lin 林鴻富" userId="24e90794-23a9-4a94-b676-0b5615d211e1" providerId="ADAL" clId="{AFDBB2DD-0CAE-4E0C-ACD2-67016B0ABF72}" dt="2023-12-15T02:07:13.224" v="223" actId="14100"/>
          <ac:spMkLst>
            <pc:docMk/>
            <pc:sldMk cId="1690589217" sldId="297"/>
            <ac:spMk id="89" creationId="{E8E1BA50-81D3-30D1-89B6-823F5F19EDFF}"/>
          </ac:spMkLst>
        </pc:spChg>
        <pc:spChg chg="add mod">
          <ac:chgData name="Hung Fu Lin 林鴻富" userId="24e90794-23a9-4a94-b676-0b5615d211e1" providerId="ADAL" clId="{AFDBB2DD-0CAE-4E0C-ACD2-67016B0ABF72}" dt="2023-12-15T02:07:22.588" v="228" actId="1037"/>
          <ac:spMkLst>
            <pc:docMk/>
            <pc:sldMk cId="1690589217" sldId="297"/>
            <ac:spMk id="90" creationId="{99C49865-3383-4F8A-E6CB-5F6DAA095F23}"/>
          </ac:spMkLst>
        </pc:spChg>
        <pc:spChg chg="add mod">
          <ac:chgData name="Hung Fu Lin 林鴻富" userId="24e90794-23a9-4a94-b676-0b5615d211e1" providerId="ADAL" clId="{AFDBB2DD-0CAE-4E0C-ACD2-67016B0ABF72}" dt="2023-12-15T02:07:34.074" v="231" actId="14100"/>
          <ac:spMkLst>
            <pc:docMk/>
            <pc:sldMk cId="1690589217" sldId="297"/>
            <ac:spMk id="91" creationId="{18566B2E-368F-518D-2E67-E8B10DB8EA95}"/>
          </ac:spMkLst>
        </pc:spChg>
        <pc:spChg chg="add mod">
          <ac:chgData name="Hung Fu Lin 林鴻富" userId="24e90794-23a9-4a94-b676-0b5615d211e1" providerId="ADAL" clId="{AFDBB2DD-0CAE-4E0C-ACD2-67016B0ABF72}" dt="2023-12-15T02:07:44.129" v="234" actId="14100"/>
          <ac:spMkLst>
            <pc:docMk/>
            <pc:sldMk cId="1690589217" sldId="297"/>
            <ac:spMk id="92" creationId="{9A5FB7C7-8D6E-DC96-F078-530700721046}"/>
          </ac:spMkLst>
        </pc:spChg>
        <pc:spChg chg="add del mod">
          <ac:chgData name="Hung Fu Lin 林鴻富" userId="24e90794-23a9-4a94-b676-0b5615d211e1" providerId="ADAL" clId="{AFDBB2DD-0CAE-4E0C-ACD2-67016B0ABF72}" dt="2023-12-15T02:08:26.948" v="237"/>
          <ac:spMkLst>
            <pc:docMk/>
            <pc:sldMk cId="1690589217" sldId="297"/>
            <ac:spMk id="93" creationId="{F434DA13-D36E-F996-69AC-BF0E85637FD8}"/>
          </ac:spMkLst>
        </pc:spChg>
        <pc:spChg chg="add del mod">
          <ac:chgData name="Hung Fu Lin 林鴻富" userId="24e90794-23a9-4a94-b676-0b5615d211e1" providerId="ADAL" clId="{AFDBB2DD-0CAE-4E0C-ACD2-67016B0ABF72}" dt="2023-12-15T02:10:28.111" v="253"/>
          <ac:spMkLst>
            <pc:docMk/>
            <pc:sldMk cId="1690589217" sldId="297"/>
            <ac:spMk id="94" creationId="{7CBFEA3A-5788-2F3D-71D1-60C2B19CB9AB}"/>
          </ac:spMkLst>
        </pc:spChg>
        <pc:spChg chg="add mod">
          <ac:chgData name="Hung Fu Lin 林鴻富" userId="24e90794-23a9-4a94-b676-0b5615d211e1" providerId="ADAL" clId="{AFDBB2DD-0CAE-4E0C-ACD2-67016B0ABF72}" dt="2023-12-15T02:12:48.858" v="272" actId="1582"/>
          <ac:spMkLst>
            <pc:docMk/>
            <pc:sldMk cId="1690589217" sldId="297"/>
            <ac:spMk id="95" creationId="{C6BCBFDE-7DBE-DAA8-7C93-FCC4C6AA2A6E}"/>
          </ac:spMkLst>
        </pc:spChg>
        <pc:grpChg chg="add del mod">
          <ac:chgData name="Hung Fu Lin 林鴻富" userId="24e90794-23a9-4a94-b676-0b5615d211e1" providerId="ADAL" clId="{AFDBB2DD-0CAE-4E0C-ACD2-67016B0ABF72}" dt="2023-12-15T02:03:44.079" v="205"/>
          <ac:grpSpMkLst>
            <pc:docMk/>
            <pc:sldMk cId="1690589217" sldId="297"/>
            <ac:grpSpMk id="10" creationId="{8B91929C-7D45-2DAA-D4B8-49FD5E98358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29" creationId="{20AF1F1D-E7FC-866D-0E06-D70FE7257DE4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33" creationId="{02089868-5814-5BF9-E0E3-553C8002823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1" creationId="{DE5A5776-481C-01F5-4800-8B17865B8642}"/>
          </ac:grpSpMkLst>
        </pc:grpChg>
        <pc:grpChg chg="mod">
          <ac:chgData name="Hung Fu Lin 林鴻富" userId="24e90794-23a9-4a94-b676-0b5615d211e1" providerId="ADAL" clId="{AFDBB2DD-0CAE-4E0C-ACD2-67016B0ABF72}" dt="2023-12-15T02:02:41.867" v="198"/>
          <ac:grpSpMkLst>
            <pc:docMk/>
            <pc:sldMk cId="1690589217" sldId="297"/>
            <ac:grpSpMk id="44" creationId="{1B937D8D-7D41-3356-41FE-5F8856E5ED4E}"/>
          </ac:grpSpMkLst>
        </pc:grpChg>
        <pc:cxnChg chg="add del mod">
          <ac:chgData name="Hung Fu Lin 林鴻富" userId="24e90794-23a9-4a94-b676-0b5615d211e1" providerId="ADAL" clId="{AFDBB2DD-0CAE-4E0C-ACD2-67016B0ABF72}" dt="2023-12-15T02:02:19.822" v="197" actId="478"/>
          <ac:cxnSpMkLst>
            <pc:docMk/>
            <pc:sldMk cId="1690589217" sldId="297"/>
            <ac:cxnSpMk id="8" creationId="{EF66F6A1-C16F-7023-18D0-B60FFE301E7E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1" creationId="{CEAE8CEA-8D3B-6E9A-CA07-78A2752761AF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6" creationId="{AE85AD6C-8AC0-64D6-0B2E-0F935F05392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7" creationId="{1D942D1D-96EF-1121-4261-C9E95B0AF0F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38" creationId="{BC2A98A8-0A90-EA32-323A-FEF2AA001ED2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0" creationId="{6468EA38-A877-8B04-8A3D-40F1AEC44DE9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48" creationId="{BC30D141-9FBB-71FB-1B6C-133C87521493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50" creationId="{AFC64EC9-3E2B-8341-1B00-5961B6237FC7}"/>
          </ac:cxnSpMkLst>
        </pc:cxnChg>
        <pc:cxnChg chg="mod">
          <ac:chgData name="Hung Fu Lin 林鴻富" userId="24e90794-23a9-4a94-b676-0b5615d211e1" providerId="ADAL" clId="{AFDBB2DD-0CAE-4E0C-ACD2-67016B0ABF72}" dt="2023-12-15T02:03:42.613" v="204" actId="208"/>
          <ac:cxnSpMkLst>
            <pc:docMk/>
            <pc:sldMk cId="1690589217" sldId="297"/>
            <ac:cxnSpMk id="64" creationId="{4485925B-6111-0CB8-09AB-A5E620F798E6}"/>
          </ac:cxnSpMkLst>
        </pc:cxnChg>
        <pc:cxnChg chg="add mod">
          <ac:chgData name="Hung Fu Lin 林鴻富" userId="24e90794-23a9-4a94-b676-0b5615d211e1" providerId="ADAL" clId="{AFDBB2DD-0CAE-4E0C-ACD2-67016B0ABF72}" dt="2023-12-15T02:04:39.989" v="210"/>
          <ac:cxnSpMkLst>
            <pc:docMk/>
            <pc:sldMk cId="1690589217" sldId="297"/>
            <ac:cxnSpMk id="84" creationId="{13B96F7D-EA99-CFB2-0EEB-2380196C4151}"/>
          </ac:cxnSpMkLst>
        </pc:cxnChg>
      </pc:sldChg>
      <pc:sldChg chg="add">
        <pc:chgData name="Hung Fu Lin 林鴻富" userId="24e90794-23a9-4a94-b676-0b5615d211e1" providerId="ADAL" clId="{AFDBB2DD-0CAE-4E0C-ACD2-67016B0ABF72}" dt="2023-12-15T01:59:29.457" v="194"/>
        <pc:sldMkLst>
          <pc:docMk/>
          <pc:sldMk cId="2491510743" sldId="298"/>
        </pc:sldMkLst>
      </pc:sldChg>
    </pc:docChg>
  </pc:docChgLst>
  <pc:docChgLst>
    <pc:chgData name="Hung Fu Lin 林鴻富" userId="24e90794-23a9-4a94-b676-0b5615d211e1" providerId="ADAL" clId="{705E8A1A-E9EA-4AB7-9E02-CA5B3518E250}"/>
    <pc:docChg chg="undo custSel addSld modSld">
      <pc:chgData name="Hung Fu Lin 林鴻富" userId="24e90794-23a9-4a94-b676-0b5615d211e1" providerId="ADAL" clId="{705E8A1A-E9EA-4AB7-9E02-CA5B3518E250}" dt="2024-04-26T09:31:16.767" v="314" actId="962"/>
      <pc:docMkLst>
        <pc:docMk/>
      </pc:docMkLst>
      <pc:sldChg chg="modSp mod">
        <pc:chgData name="Hung Fu Lin 林鴻富" userId="24e90794-23a9-4a94-b676-0b5615d211e1" providerId="ADAL" clId="{705E8A1A-E9EA-4AB7-9E02-CA5B3518E250}" dt="2024-04-26T09:21:48.737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705E8A1A-E9EA-4AB7-9E02-CA5B3518E250}" dt="2024-04-26T09:21:44.310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705E8A1A-E9EA-4AB7-9E02-CA5B3518E250}" dt="2024-04-26T09:21:48.737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705E8A1A-E9EA-4AB7-9E02-CA5B3518E250}" dt="2024-04-26T09:22:54.060" v="40" actId="6549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705E8A1A-E9EA-4AB7-9E02-CA5B3518E250}" dt="2024-04-26T09:22:54.060" v="40" actId="6549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705E8A1A-E9EA-4AB7-9E02-CA5B3518E250}" dt="2024-04-26T09:27:07.753" v="303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705E8A1A-E9EA-4AB7-9E02-CA5B3518E250}" dt="2024-04-26T09:27:07.753" v="303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  <pc:sldChg chg="addSp delSp modSp new mod">
        <pc:chgData name="Hung Fu Lin 林鴻富" userId="24e90794-23a9-4a94-b676-0b5615d211e1" providerId="ADAL" clId="{705E8A1A-E9EA-4AB7-9E02-CA5B3518E250}" dt="2024-04-26T09:31:16.767" v="314" actId="962"/>
        <pc:sldMkLst>
          <pc:docMk/>
          <pc:sldMk cId="526150877" sldId="366"/>
        </pc:sldMkLst>
        <pc:spChg chg="del">
          <ac:chgData name="Hung Fu Lin 林鴻富" userId="24e90794-23a9-4a94-b676-0b5615d211e1" providerId="ADAL" clId="{705E8A1A-E9EA-4AB7-9E02-CA5B3518E250}" dt="2024-04-26T09:31:03.532" v="305" actId="478"/>
          <ac:spMkLst>
            <pc:docMk/>
            <pc:sldMk cId="526150877" sldId="366"/>
            <ac:spMk id="2" creationId="{EB39F7D7-05D1-CE71-2BCF-E70900DFE40B}"/>
          </ac:spMkLst>
        </pc:spChg>
        <pc:spChg chg="del">
          <ac:chgData name="Hung Fu Lin 林鴻富" userId="24e90794-23a9-4a94-b676-0b5615d211e1" providerId="ADAL" clId="{705E8A1A-E9EA-4AB7-9E02-CA5B3518E250}" dt="2024-04-26T09:31:04.394" v="306" actId="478"/>
          <ac:spMkLst>
            <pc:docMk/>
            <pc:sldMk cId="526150877" sldId="366"/>
            <ac:spMk id="3" creationId="{B2D95645-BB42-F516-E472-807C49E392B8}"/>
          </ac:spMkLst>
        </pc:spChg>
        <pc:picChg chg="add mod">
          <ac:chgData name="Hung Fu Lin 林鴻富" userId="24e90794-23a9-4a94-b676-0b5615d211e1" providerId="ADAL" clId="{705E8A1A-E9EA-4AB7-9E02-CA5B3518E250}" dt="2024-04-26T09:31:16.767" v="314" actId="962"/>
          <ac:picMkLst>
            <pc:docMk/>
            <pc:sldMk cId="526150877" sldId="366"/>
            <ac:picMk id="6" creationId="{FB7B2302-929F-DA5D-23B0-173F730DA0E4}"/>
          </ac:picMkLst>
        </pc:picChg>
        <pc:picChg chg="add mod">
          <ac:chgData name="Hung Fu Lin 林鴻富" userId="24e90794-23a9-4a94-b676-0b5615d211e1" providerId="ADAL" clId="{705E8A1A-E9EA-4AB7-9E02-CA5B3518E250}" dt="2024-04-26T09:31:16.766" v="313" actId="27614"/>
          <ac:picMkLst>
            <pc:docMk/>
            <pc:sldMk cId="526150877" sldId="366"/>
            <ac:picMk id="8" creationId="{64696B26-D22C-7AB8-E072-9DBC58B9A338}"/>
          </ac:picMkLst>
        </pc:picChg>
      </pc:sldChg>
    </pc:docChg>
  </pc:docChgLst>
  <pc:docChgLst>
    <pc:chgData name="Hung Fu Lin 林鴻富" userId="24e90794-23a9-4a94-b676-0b5615d211e1" providerId="ADAL" clId="{30B68DDF-040D-4D5C-AEE6-C603427977CA}"/>
    <pc:docChg chg="custSel modSld">
      <pc:chgData name="Hung Fu Lin 林鴻富" userId="24e90794-23a9-4a94-b676-0b5615d211e1" providerId="ADAL" clId="{30B68DDF-040D-4D5C-AEE6-C603427977CA}" dt="2024-03-01T02:23:17.759" v="20" actId="20577"/>
      <pc:docMkLst>
        <pc:docMk/>
      </pc:docMkLst>
      <pc:sldChg chg="modSp mod">
        <pc:chgData name="Hung Fu Lin 林鴻富" userId="24e90794-23a9-4a94-b676-0b5615d211e1" providerId="ADAL" clId="{30B68DDF-040D-4D5C-AEE6-C603427977CA}" dt="2024-03-01T02:23:17.759" v="20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0B68DDF-040D-4D5C-AEE6-C603427977CA}" dt="2024-03-01T02:22:45.091" v="8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0B68DDF-040D-4D5C-AEE6-C603427977CA}" dt="2024-03-01T02:23:17.759" v="20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0B68DDF-040D-4D5C-AEE6-C603427977CA}" dt="2024-03-01T02:22:26.795" v="7" actId="947"/>
        <pc:sldMkLst>
          <pc:docMk/>
          <pc:sldMk cId="1075585444" sldId="292"/>
        </pc:sldMkLst>
        <pc:graphicFrameChg chg="modGraphic">
          <ac:chgData name="Hung Fu Lin 林鴻富" userId="24e90794-23a9-4a94-b676-0b5615d211e1" providerId="ADAL" clId="{30B68DDF-040D-4D5C-AEE6-C603427977CA}" dt="2024-03-01T02:22:26.795" v="7" actId="94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CC0D8DD0-838E-46C5-8DF5-E1E809491689}"/>
    <pc:docChg chg="undo redo custSel modSld">
      <pc:chgData name="Hung Fu Lin 林鴻富" userId="24e90794-23a9-4a94-b676-0b5615d211e1" providerId="ADAL" clId="{CC0D8DD0-838E-46C5-8DF5-E1E809491689}" dt="2024-03-15T02:40:14.596" v="449" actId="20577"/>
      <pc:docMkLst>
        <pc:docMk/>
      </pc:docMkLst>
      <pc:sldChg chg="modSp mod">
        <pc:chgData name="Hung Fu Lin 林鴻富" userId="24e90794-23a9-4a94-b676-0b5615d211e1" providerId="ADAL" clId="{CC0D8DD0-838E-46C5-8DF5-E1E809491689}" dt="2024-03-15T01:52:08.518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CC0D8DD0-838E-46C5-8DF5-E1E809491689}" dt="2024-03-15T01:52:00.974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C0D8DD0-838E-46C5-8DF5-E1E809491689}" dt="2024-03-15T01:52:08.518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C0D8DD0-838E-46C5-8DF5-E1E809491689}" dt="2024-03-15T02:40:14.596" v="449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C0D8DD0-838E-46C5-8DF5-E1E809491689}" dt="2024-03-15T02:40:14.596" v="449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569CD990-FF39-45D1-B3C4-06CE0400E019}"/>
    <pc:docChg chg="undo custSel modSld">
      <pc:chgData name="Hung Fu Lin 林鴻富" userId="24e90794-23a9-4a94-b676-0b5615d211e1" providerId="ADAL" clId="{569CD990-FF39-45D1-B3C4-06CE0400E019}" dt="2024-03-21T14:18:27.610" v="337" actId="20577"/>
      <pc:docMkLst>
        <pc:docMk/>
      </pc:docMkLst>
      <pc:sldChg chg="modSp mod">
        <pc:chgData name="Hung Fu Lin 林鴻富" userId="24e90794-23a9-4a94-b676-0b5615d211e1" providerId="ADAL" clId="{569CD990-FF39-45D1-B3C4-06CE0400E019}" dt="2024-03-21T14:03:24.539" v="16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569CD990-FF39-45D1-B3C4-06CE0400E019}" dt="2024-03-21T14:03:08.517" v="5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569CD990-FF39-45D1-B3C4-06CE0400E019}" dt="2024-03-21T14:03:24.539" v="16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569CD990-FF39-45D1-B3C4-06CE0400E019}" dt="2024-03-21T14:18:27.610" v="33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569CD990-FF39-45D1-B3C4-06CE0400E019}" dt="2024-03-21T14:18:27.610" v="33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</pc:docChg>
  </pc:docChgLst>
  <pc:docChgLst>
    <pc:chgData name="Hung Fu Lin 林鴻富" userId="24e90794-23a9-4a94-b676-0b5615d211e1" providerId="ADAL" clId="{B4CDF680-13C6-4BC7-988C-2C67C6FDD616}"/>
    <pc:docChg chg="undo custSel modSld">
      <pc:chgData name="Hung Fu Lin 林鴻富" userId="24e90794-23a9-4a94-b676-0b5615d211e1" providerId="ADAL" clId="{B4CDF680-13C6-4BC7-988C-2C67C6FDD616}" dt="2024-04-12T02:26:31.592" v="1019" actId="207"/>
      <pc:docMkLst>
        <pc:docMk/>
      </pc:docMkLst>
      <pc:sldChg chg="modSp mod">
        <pc:chgData name="Hung Fu Lin 林鴻富" userId="24e90794-23a9-4a94-b676-0b5615d211e1" providerId="ADAL" clId="{B4CDF680-13C6-4BC7-988C-2C67C6FDD616}" dt="2024-04-12T02:01:16.301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B4CDF680-13C6-4BC7-988C-2C67C6FDD616}" dt="2024-04-12T02:01:16.301" v="2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B4CDF680-13C6-4BC7-988C-2C67C6FDD616}" dt="2024-04-12T02:01:13.060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B4CDF680-13C6-4BC7-988C-2C67C6FDD616}" dt="2024-04-12T02:26:31.592" v="1019" actId="20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B4CDF680-13C6-4BC7-988C-2C67C6FDD616}" dt="2024-04-12T02:26:31.592" v="1019" actId="20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modSp mod">
        <pc:chgData name="Hung Fu Lin 林鴻富" userId="24e90794-23a9-4a94-b676-0b5615d211e1" providerId="ADAL" clId="{B4CDF680-13C6-4BC7-988C-2C67C6FDD616}" dt="2024-04-12T02:19:56.615" v="68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B4CDF680-13C6-4BC7-988C-2C67C6FDD616}" dt="2024-04-12T02:19:56.615" v="68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8EB9EA52-EE20-4185-A1DC-618318BEB2CF}"/>
    <pc:docChg chg="custSel addSld delSld modSld">
      <pc:chgData name="Hung Fu Lin 林鴻富" userId="24e90794-23a9-4a94-b676-0b5615d211e1" providerId="ADAL" clId="{8EB9EA52-EE20-4185-A1DC-618318BEB2CF}" dt="2024-01-19T02:52:30.787" v="160" actId="20577"/>
      <pc:docMkLst>
        <pc:docMk/>
      </pc:docMkLst>
      <pc:sldChg chg="modSp mod">
        <pc:chgData name="Hung Fu Lin 林鴻富" userId="24e90794-23a9-4a94-b676-0b5615d211e1" providerId="ADAL" clId="{8EB9EA52-EE20-4185-A1DC-618318BEB2CF}" dt="2024-01-19T01:19:45.919" v="1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8EB9EA52-EE20-4185-A1DC-618318BEB2CF}" dt="2024-01-19T01:19:41.832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8EB9EA52-EE20-4185-A1DC-618318BEB2CF}" dt="2024-01-19T01:19:45.919" v="1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8EB9EA52-EE20-4185-A1DC-618318BEB2CF}" dt="2024-01-19T02:52:30.787" v="160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8EB9EA52-EE20-4185-A1DC-618318BEB2CF}" dt="2024-01-19T02:52:30.787" v="160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8EB9EA52-EE20-4185-A1DC-618318BEB2CF}" dt="2024-01-19T02:44:39.751" v="9"/>
        <pc:sldMkLst>
          <pc:docMk/>
          <pc:sldMk cId="2047689005" sldId="333"/>
        </pc:sldMkLst>
      </pc:sldChg>
      <pc:sldChg chg="new del">
        <pc:chgData name="Hung Fu Lin 林鴻富" userId="24e90794-23a9-4a94-b676-0b5615d211e1" providerId="ADAL" clId="{8EB9EA52-EE20-4185-A1DC-618318BEB2CF}" dt="2024-01-19T02:25:01.667" v="3" actId="47"/>
        <pc:sldMkLst>
          <pc:docMk/>
          <pc:sldMk cId="3967806324" sldId="333"/>
        </pc:sldMkLst>
      </pc:sldChg>
      <pc:sldChg chg="modSp add mod">
        <pc:chgData name="Hung Fu Lin 林鴻富" userId="24e90794-23a9-4a94-b676-0b5615d211e1" providerId="ADAL" clId="{8EB9EA52-EE20-4185-A1DC-618318BEB2CF}" dt="2024-01-19T02:51:48.547" v="156" actId="108"/>
        <pc:sldMkLst>
          <pc:docMk/>
          <pc:sldMk cId="1687844234" sldId="334"/>
        </pc:sldMkLst>
        <pc:spChg chg="mod">
          <ac:chgData name="Hung Fu Lin 林鴻富" userId="24e90794-23a9-4a94-b676-0b5615d211e1" providerId="ADAL" clId="{8EB9EA52-EE20-4185-A1DC-618318BEB2CF}" dt="2024-01-19T02:51:48.547" v="156" actId="108"/>
          <ac:spMkLst>
            <pc:docMk/>
            <pc:sldMk cId="1687844234" sldId="334"/>
            <ac:spMk id="9" creationId="{7D6E37C1-999B-BF1B-ABDB-6B575939B974}"/>
          </ac:spMkLst>
        </pc:spChg>
      </pc:sldChg>
    </pc:docChg>
  </pc:docChgLst>
  <pc:docChgLst>
    <pc:chgData name="Hung Fu Lin 林鴻富" userId="24e90794-23a9-4a94-b676-0b5615d211e1" providerId="ADAL" clId="{AF1F1117-C69C-45F4-A2E9-60D04AABA4EE}"/>
    <pc:docChg chg="undo custSel addSld delSld modSld sldOrd">
      <pc:chgData name="Hung Fu Lin 林鴻富" userId="24e90794-23a9-4a94-b676-0b5615d211e1" providerId="ADAL" clId="{AF1F1117-C69C-45F4-A2E9-60D04AABA4EE}" dt="2024-01-12T02:39:35.439" v="225" actId="20577"/>
      <pc:docMkLst>
        <pc:docMk/>
      </pc:docMkLst>
      <pc:sldChg chg="modSp mod">
        <pc:chgData name="Hung Fu Lin 林鴻富" userId="24e90794-23a9-4a94-b676-0b5615d211e1" providerId="ADAL" clId="{AF1F1117-C69C-45F4-A2E9-60D04AABA4EE}" dt="2024-01-12T01:23:25.704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AF1F1117-C69C-45F4-A2E9-60D04AABA4EE}" dt="2024-01-12T01:23:21.656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AF1F1117-C69C-45F4-A2E9-60D04AABA4EE}" dt="2024-01-12T01:23:25.704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AF1F1117-C69C-45F4-A2E9-60D04AABA4EE}" dt="2024-01-12T02:39:35.439" v="225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AF1F1117-C69C-45F4-A2E9-60D04AABA4EE}" dt="2024-01-12T02:39:35.439" v="225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373454683" sldId="299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546419126" sldId="30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685574967" sldId="30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15235210" sldId="306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4102840232" sldId="309"/>
        </pc:sldMkLst>
      </pc:sldChg>
      <pc:sldChg chg="ord">
        <pc:chgData name="Hung Fu Lin 林鴻富" userId="24e90794-23a9-4a94-b676-0b5615d211e1" providerId="ADAL" clId="{AF1F1117-C69C-45F4-A2E9-60D04AABA4EE}" dt="2024-01-12T02:20:12.318" v="111"/>
        <pc:sldMkLst>
          <pc:docMk/>
          <pc:sldMk cId="462563772" sldId="31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200115723" sldId="311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732318375" sldId="31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34436" sldId="313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1283082620" sldId="314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57787365" sldId="315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998925266" sldId="317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680535341" sldId="31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072933963" sldId="319"/>
        </pc:sldMkLst>
      </pc:sldChg>
      <pc:sldChg chg="del">
        <pc:chgData name="Hung Fu Lin 林鴻富" userId="24e90794-23a9-4a94-b676-0b5615d211e1" providerId="ADAL" clId="{AF1F1117-C69C-45F4-A2E9-60D04AABA4EE}" dt="2024-01-12T02:06:42.957" v="26" actId="47"/>
        <pc:sldMkLst>
          <pc:docMk/>
          <pc:sldMk cId="3355572134" sldId="31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60550889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842961010" sldId="320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23469057" sldId="32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775314693" sldId="322"/>
        </pc:sldMkLst>
      </pc:sldChg>
      <pc:sldChg chg="del">
        <pc:chgData name="Hung Fu Lin 林鴻富" userId="24e90794-23a9-4a94-b676-0b5615d211e1" providerId="ADAL" clId="{AF1F1117-C69C-45F4-A2E9-60D04AABA4EE}" dt="2024-01-12T02:20:07.058" v="108" actId="47"/>
        <pc:sldMkLst>
          <pc:docMk/>
          <pc:sldMk cId="3049521395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936730193" sldId="324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108415839" sldId="326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614605517" sldId="327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490726238" sldId="328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4156997372" sldId="329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1980276243" sldId="330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834102604" sldId="331"/>
        </pc:sldMkLst>
      </pc:sldChg>
      <pc:sldChg chg="add">
        <pc:chgData name="Hung Fu Lin 林鴻富" userId="24e90794-23a9-4a94-b676-0b5615d211e1" providerId="ADAL" clId="{AF1F1117-C69C-45F4-A2E9-60D04AABA4EE}" dt="2024-01-12T02:20:09.245" v="109"/>
        <pc:sldMkLst>
          <pc:docMk/>
          <pc:sldMk cId="3385786349" sldId="332"/>
        </pc:sldMkLst>
      </pc:sldChg>
      <pc:sldMasterChg chg="delSldLayout">
        <pc:chgData name="Hung Fu Lin 林鴻富" userId="24e90794-23a9-4a94-b676-0b5615d211e1" providerId="ADAL" clId="{AF1F1117-C69C-45F4-A2E9-60D04AABA4EE}" dt="2024-01-12T02:20:07.058" v="108" actId="47"/>
        <pc:sldMasterMkLst>
          <pc:docMk/>
          <pc:sldMasterMk cId="3079217177" sldId="2147483677"/>
        </pc:sldMasterMkLst>
        <pc:sldLayoutChg chg="del">
          <pc:chgData name="Hung Fu Lin 林鴻富" userId="24e90794-23a9-4a94-b676-0b5615d211e1" providerId="ADAL" clId="{AF1F1117-C69C-45F4-A2E9-60D04AABA4EE}" dt="2024-01-12T02:20:07.058" v="108" actId="47"/>
          <pc:sldLayoutMkLst>
            <pc:docMk/>
            <pc:sldMasterMk cId="3079217177" sldId="2147483677"/>
            <pc:sldLayoutMk cId="1407156723" sldId="2147483727"/>
          </pc:sldLayoutMkLst>
        </pc:sldLayoutChg>
      </pc:sldMasterChg>
    </pc:docChg>
  </pc:docChgLst>
  <pc:docChgLst>
    <pc:chgData name="Hung Fu Lin 林鴻富" userId="24e90794-23a9-4a94-b676-0b5615d211e1" providerId="ADAL" clId="{C7C78C22-61E0-4B79-AB56-1F616BE9FA63}"/>
    <pc:docChg chg="undo custSel addSld delSld modSld">
      <pc:chgData name="Hung Fu Lin 林鴻富" userId="24e90794-23a9-4a94-b676-0b5615d211e1" providerId="ADAL" clId="{C7C78C22-61E0-4B79-AB56-1F616BE9FA63}" dt="2024-03-29T02:25:55.416" v="610" actId="20577"/>
      <pc:docMkLst>
        <pc:docMk/>
      </pc:docMkLst>
      <pc:sldChg chg="modSp mod">
        <pc:chgData name="Hung Fu Lin 林鴻富" userId="24e90794-23a9-4a94-b676-0b5615d211e1" providerId="ADAL" clId="{C7C78C22-61E0-4B79-AB56-1F616BE9FA63}" dt="2024-03-29T01:26:54.890" v="2" actId="6549"/>
        <pc:sldMkLst>
          <pc:docMk/>
          <pc:sldMk cId="4034959011" sldId="258"/>
        </pc:sldMkLst>
        <pc:spChg chg="mod">
          <ac:chgData name="Hung Fu Lin 林鴻富" userId="24e90794-23a9-4a94-b676-0b5615d211e1" providerId="ADAL" clId="{C7C78C22-61E0-4B79-AB56-1F616BE9FA63}" dt="2024-03-29T01:26:50.247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C7C78C22-61E0-4B79-AB56-1F616BE9FA63}" dt="2024-03-29T01:26:54.890" v="2" actId="6549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C7C78C22-61E0-4B79-AB56-1F616BE9FA63}" dt="2024-03-29T01:56:42.412" v="588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C7C78C22-61E0-4B79-AB56-1F616BE9FA63}" dt="2024-03-29T01:56:42.412" v="588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new del">
        <pc:chgData name="Hung Fu Lin 林鴻富" userId="24e90794-23a9-4a94-b676-0b5615d211e1" providerId="ADAL" clId="{C7C78C22-61E0-4B79-AB56-1F616BE9FA63}" dt="2024-03-29T01:39:31.546" v="121" actId="47"/>
        <pc:sldMkLst>
          <pc:docMk/>
          <pc:sldMk cId="2011712962" sldId="364"/>
        </pc:sldMkLst>
      </pc:sldChg>
      <pc:sldChg chg="modSp add mod">
        <pc:chgData name="Hung Fu Lin 林鴻富" userId="24e90794-23a9-4a94-b676-0b5615d211e1" providerId="ADAL" clId="{C7C78C22-61E0-4B79-AB56-1F616BE9FA63}" dt="2024-03-29T02:25:55.416" v="610" actId="20577"/>
        <pc:sldMkLst>
          <pc:docMk/>
          <pc:sldMk cId="321388922" sldId="365"/>
        </pc:sldMkLst>
        <pc:graphicFrameChg chg="mod modGraphic">
          <ac:chgData name="Hung Fu Lin 林鴻富" userId="24e90794-23a9-4a94-b676-0b5615d211e1" providerId="ADAL" clId="{C7C78C22-61E0-4B79-AB56-1F616BE9FA63}" dt="2024-03-29T02:25:55.416" v="610" actId="20577"/>
          <ac:graphicFrameMkLst>
            <pc:docMk/>
            <pc:sldMk cId="321388922" sldId="365"/>
            <ac:graphicFrameMk id="4" creationId="{10A6D0CE-F20E-2232-29CC-86AD502F4EC1}"/>
          </ac:graphicFrameMkLst>
        </pc:graphicFrameChg>
      </pc:sldChg>
    </pc:docChg>
  </pc:docChgLst>
  <pc:docChgLst>
    <pc:chgData name="Hung Fu Lin 林鴻富" userId="24e90794-23a9-4a94-b676-0b5615d211e1" providerId="ADAL" clId="{31427646-840D-4A65-B6E2-031C8E20D328}"/>
    <pc:docChg chg="undo custSel addSld delSld modSld sldOrd">
      <pc:chgData name="Hung Fu Lin 林鴻富" userId="24e90794-23a9-4a94-b676-0b5615d211e1" providerId="ADAL" clId="{31427646-840D-4A65-B6E2-031C8E20D328}" dt="2024-02-02T02:13:58.896" v="988" actId="1582"/>
      <pc:docMkLst>
        <pc:docMk/>
      </pc:docMkLst>
      <pc:sldChg chg="modSp mod">
        <pc:chgData name="Hung Fu Lin 林鴻富" userId="24e90794-23a9-4a94-b676-0b5615d211e1" providerId="ADAL" clId="{31427646-840D-4A65-B6E2-031C8E20D328}" dt="2024-01-25T06:35:44.883" v="2" actId="20577"/>
        <pc:sldMkLst>
          <pc:docMk/>
          <pc:sldMk cId="4034959011" sldId="258"/>
        </pc:sldMkLst>
        <pc:spChg chg="mod">
          <ac:chgData name="Hung Fu Lin 林鴻富" userId="24e90794-23a9-4a94-b676-0b5615d211e1" providerId="ADAL" clId="{31427646-840D-4A65-B6E2-031C8E20D328}" dt="2024-01-25T06:35:38.745" v="0" actId="20577"/>
          <ac:spMkLst>
            <pc:docMk/>
            <pc:sldMk cId="4034959011" sldId="258"/>
            <ac:spMk id="2" creationId="{00000000-0000-0000-0000-000000000000}"/>
          </ac:spMkLst>
        </pc:spChg>
        <pc:spChg chg="mod">
          <ac:chgData name="Hung Fu Lin 林鴻富" userId="24e90794-23a9-4a94-b676-0b5615d211e1" providerId="ADAL" clId="{31427646-840D-4A65-B6E2-031C8E20D328}" dt="2024-01-25T06:35:44.883" v="2" actId="20577"/>
          <ac:spMkLst>
            <pc:docMk/>
            <pc:sldMk cId="4034959011" sldId="258"/>
            <ac:spMk id="4" creationId="{00000000-0000-0000-0000-000000000000}"/>
          </ac:spMkLst>
        </pc:spChg>
      </pc:sldChg>
      <pc:sldChg chg="modSp mod">
        <pc:chgData name="Hung Fu Lin 林鴻富" userId="24e90794-23a9-4a94-b676-0b5615d211e1" providerId="ADAL" clId="{31427646-840D-4A65-B6E2-031C8E20D328}" dt="2024-01-25T07:35:27.702" v="907" actId="20577"/>
        <pc:sldMkLst>
          <pc:docMk/>
          <pc:sldMk cId="1075585444" sldId="292"/>
        </pc:sldMkLst>
        <pc:graphicFrameChg chg="mod modGraphic">
          <ac:chgData name="Hung Fu Lin 林鴻富" userId="24e90794-23a9-4a94-b676-0b5615d211e1" providerId="ADAL" clId="{31427646-840D-4A65-B6E2-031C8E20D328}" dt="2024-01-25T07:35:27.702" v="907" actId="20577"/>
          <ac:graphicFrameMkLst>
            <pc:docMk/>
            <pc:sldMk cId="1075585444" sldId="292"/>
            <ac:graphicFrameMk id="4" creationId="{CAB7585E-6EDA-7B52-E858-EE2BBDBCD312}"/>
          </ac:graphicFrameMkLst>
        </pc:graphicFrameChg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97334808" sldId="315"/>
        </pc:sldMkLst>
      </pc:sldChg>
      <pc:sldChg chg="del">
        <pc:chgData name="Hung Fu Lin 林鴻富" userId="24e90794-23a9-4a94-b676-0b5615d211e1" providerId="ADAL" clId="{31427646-840D-4A65-B6E2-031C8E20D328}" dt="2024-01-25T06:40:49.203" v="77" actId="47"/>
        <pc:sldMkLst>
          <pc:docMk/>
          <pc:sldMk cId="2047689005" sldId="333"/>
        </pc:sldMkLst>
      </pc:sldChg>
      <pc:sldChg chg="del">
        <pc:chgData name="Hung Fu Lin 林鴻富" userId="24e90794-23a9-4a94-b676-0b5615d211e1" providerId="ADAL" clId="{31427646-840D-4A65-B6E2-031C8E20D328}" dt="2024-01-25T06:40:50.707" v="78" actId="47"/>
        <pc:sldMkLst>
          <pc:docMk/>
          <pc:sldMk cId="1687844234" sldId="334"/>
        </pc:sldMkLst>
      </pc:sldChg>
      <pc:sldChg chg="addSp delSp modSp new mod">
        <pc:chgData name="Hung Fu Lin 林鴻富" userId="24e90794-23a9-4a94-b676-0b5615d211e1" providerId="ADAL" clId="{31427646-840D-4A65-B6E2-031C8E20D328}" dt="2024-02-02T02:13:58.896" v="988" actId="1582"/>
        <pc:sldMkLst>
          <pc:docMk/>
          <pc:sldMk cId="2330029763" sldId="335"/>
        </pc:sldMkLst>
        <pc:spChg chg="del">
          <ac:chgData name="Hung Fu Lin 林鴻富" userId="24e90794-23a9-4a94-b676-0b5615d211e1" providerId="ADAL" clId="{31427646-840D-4A65-B6E2-031C8E20D328}" dt="2024-01-25T06:50:33.329" v="80" actId="478"/>
          <ac:spMkLst>
            <pc:docMk/>
            <pc:sldMk cId="2330029763" sldId="335"/>
            <ac:spMk id="2" creationId="{CBD8FFD1-1DC9-259E-3699-87C4230F1B8E}"/>
          </ac:spMkLst>
        </pc:spChg>
        <pc:spChg chg="del">
          <ac:chgData name="Hung Fu Lin 林鴻富" userId="24e90794-23a9-4a94-b676-0b5615d211e1" providerId="ADAL" clId="{31427646-840D-4A65-B6E2-031C8E20D328}" dt="2024-01-25T06:50:34.281" v="81" actId="478"/>
          <ac:spMkLst>
            <pc:docMk/>
            <pc:sldMk cId="2330029763" sldId="335"/>
            <ac:spMk id="3" creationId="{E1A8C65B-E730-06D0-8F94-2BEA5BC3F520}"/>
          </ac:spMkLst>
        </pc:spChg>
        <pc:spChg chg="add mod">
          <ac:chgData name="Hung Fu Lin 林鴻富" userId="24e90794-23a9-4a94-b676-0b5615d211e1" providerId="ADAL" clId="{31427646-840D-4A65-B6E2-031C8E20D328}" dt="2024-02-02T02:13:04.624" v="981" actId="1076"/>
          <ac:spMkLst>
            <pc:docMk/>
            <pc:sldMk cId="2330029763" sldId="335"/>
            <ac:spMk id="9" creationId="{B46CDFF4-04DA-A84D-BA34-80E78BB6BFEF}"/>
          </ac:spMkLst>
        </pc:spChg>
        <pc:spChg chg="add mod">
          <ac:chgData name="Hung Fu Lin 林鴻富" userId="24e90794-23a9-4a94-b676-0b5615d211e1" providerId="ADAL" clId="{31427646-840D-4A65-B6E2-031C8E20D328}" dt="2024-02-02T02:13:58.896" v="988" actId="1582"/>
          <ac:spMkLst>
            <pc:docMk/>
            <pc:sldMk cId="2330029763" sldId="335"/>
            <ac:spMk id="12" creationId="{FABDF404-3F1A-0D83-4E84-4EBBA31D4D7B}"/>
          </ac:spMkLst>
        </pc:spChg>
        <pc:picChg chg="add del mod">
          <ac:chgData name="Hung Fu Lin 林鴻富" userId="24e90794-23a9-4a94-b676-0b5615d211e1" providerId="ADAL" clId="{31427646-840D-4A65-B6E2-031C8E20D328}" dt="2024-02-02T02:11:43.578" v="973" actId="478"/>
          <ac:picMkLst>
            <pc:docMk/>
            <pc:sldMk cId="2330029763" sldId="335"/>
            <ac:picMk id="3" creationId="{0D3A90F0-000C-873B-9573-FCE82946A4D9}"/>
          </ac:picMkLst>
        </pc:picChg>
        <pc:picChg chg="add mod">
          <ac:chgData name="Hung Fu Lin 林鴻富" userId="24e90794-23a9-4a94-b676-0b5615d211e1" providerId="ADAL" clId="{31427646-840D-4A65-B6E2-031C8E20D328}" dt="2024-02-02T02:13:02.073" v="980" actId="1076"/>
          <ac:picMkLst>
            <pc:docMk/>
            <pc:sldMk cId="2330029763" sldId="335"/>
            <ac:picMk id="6" creationId="{CE351B78-E083-3AD7-836C-03BD82FF68C7}"/>
          </ac:picMkLst>
        </pc:picChg>
        <pc:picChg chg="add del mod">
          <ac:chgData name="Hung Fu Lin 林鴻富" userId="24e90794-23a9-4a94-b676-0b5615d211e1" providerId="ADAL" clId="{31427646-840D-4A65-B6E2-031C8E20D328}" dt="2024-02-02T02:12:10.538" v="977" actId="478"/>
          <ac:picMkLst>
            <pc:docMk/>
            <pc:sldMk cId="2330029763" sldId="335"/>
            <ac:picMk id="7" creationId="{DAE04121-75AB-E26A-D958-FA520969587D}"/>
          </ac:picMkLst>
        </pc:picChg>
        <pc:picChg chg="add del mod">
          <ac:chgData name="Hung Fu Lin 林鴻富" userId="24e90794-23a9-4a94-b676-0b5615d211e1" providerId="ADAL" clId="{31427646-840D-4A65-B6E2-031C8E20D328}" dt="2024-02-02T02:11:40.475" v="970" actId="478"/>
          <ac:picMkLst>
            <pc:docMk/>
            <pc:sldMk cId="2330029763" sldId="335"/>
            <ac:picMk id="8" creationId="{BBEA1ACC-5D6C-9454-5D02-6D983440082E}"/>
          </ac:picMkLst>
        </pc:picChg>
        <pc:picChg chg="add mod">
          <ac:chgData name="Hung Fu Lin 林鴻富" userId="24e90794-23a9-4a94-b676-0b5615d211e1" providerId="ADAL" clId="{31427646-840D-4A65-B6E2-031C8E20D328}" dt="2024-02-02T02:13:43.076" v="984" actId="1076"/>
          <ac:picMkLst>
            <pc:docMk/>
            <pc:sldMk cId="2330029763" sldId="335"/>
            <ac:picMk id="11" creationId="{8D7E6D3A-4E8E-66AC-4FD6-ADAE21B67155}"/>
          </ac:picMkLst>
        </pc:picChg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317891382" sldId="336"/>
        </pc:sldMkLst>
      </pc:sldChg>
      <pc:sldChg chg="add del">
        <pc:chgData name="Hung Fu Lin 林鴻富" userId="24e90794-23a9-4a94-b676-0b5615d211e1" providerId="ADAL" clId="{31427646-840D-4A65-B6E2-031C8E20D328}" dt="2024-01-25T06:54:21.398" v="91" actId="47"/>
        <pc:sldMkLst>
          <pc:docMk/>
          <pc:sldMk cId="1924628110" sldId="33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85884115" sldId="34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667296384" sldId="34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947547463" sldId="34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084236150" sldId="34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282330505" sldId="34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510824802" sldId="34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559041279" sldId="34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4058323522" sldId="348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699153519" sldId="350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75920356" sldId="351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430356911" sldId="352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684228378" sldId="353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070509237" sldId="354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3578922361" sldId="355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2124598953" sldId="356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1391667457" sldId="357"/>
        </pc:sldMkLst>
      </pc:sldChg>
      <pc:sldChg chg="add">
        <pc:chgData name="Hung Fu Lin 林鴻富" userId="24e90794-23a9-4a94-b676-0b5615d211e1" providerId="ADAL" clId="{31427646-840D-4A65-B6E2-031C8E20D328}" dt="2024-01-25T06:41:11.943" v="79"/>
        <pc:sldMkLst>
          <pc:docMk/>
          <pc:sldMk cId="603784274" sldId="358"/>
        </pc:sldMkLst>
      </pc:sldChg>
      <pc:sldChg chg="addSp delSp modSp new mod ord">
        <pc:chgData name="Hung Fu Lin 林鴻富" userId="24e90794-23a9-4a94-b676-0b5615d211e1" providerId="ADAL" clId="{31427646-840D-4A65-B6E2-031C8E20D328}" dt="2024-01-25T07:12:27.220" v="644" actId="108"/>
        <pc:sldMkLst>
          <pc:docMk/>
          <pc:sldMk cId="1427470491" sldId="359"/>
        </pc:sldMkLst>
        <pc:spChg chg="mod">
          <ac:chgData name="Hung Fu Lin 林鴻富" userId="24e90794-23a9-4a94-b676-0b5615d211e1" providerId="ADAL" clId="{31427646-840D-4A65-B6E2-031C8E20D328}" dt="2024-01-25T07:09:49.284" v="607" actId="1035"/>
          <ac:spMkLst>
            <pc:docMk/>
            <pc:sldMk cId="1427470491" sldId="359"/>
            <ac:spMk id="2" creationId="{882A971B-B6CD-314A-8150-570837B9C58A}"/>
          </ac:spMkLst>
        </pc:spChg>
        <pc:spChg chg="del">
          <ac:chgData name="Hung Fu Lin 林鴻富" userId="24e90794-23a9-4a94-b676-0b5615d211e1" providerId="ADAL" clId="{31427646-840D-4A65-B6E2-031C8E20D328}" dt="2024-01-25T06:55:20.990" v="97" actId="22"/>
          <ac:spMkLst>
            <pc:docMk/>
            <pc:sldMk cId="1427470491" sldId="359"/>
            <ac:spMk id="3" creationId="{A6DEAAD6-0B13-31AC-9497-FDFA85BDABBC}"/>
          </ac:spMkLst>
        </pc:spChg>
        <pc:spChg chg="add mod">
          <ac:chgData name="Hung Fu Lin 林鴻富" userId="24e90794-23a9-4a94-b676-0b5615d211e1" providerId="ADAL" clId="{31427646-840D-4A65-B6E2-031C8E20D328}" dt="2024-01-25T07:12:27.220" v="644" actId="108"/>
          <ac:spMkLst>
            <pc:docMk/>
            <pc:sldMk cId="1427470491" sldId="359"/>
            <ac:spMk id="7" creationId="{57D4B006-DC3C-D64C-C2C2-3C2158690C92}"/>
          </ac:spMkLst>
        </pc:spChg>
        <pc:spChg chg="add mod">
          <ac:chgData name="Hung Fu Lin 林鴻富" userId="24e90794-23a9-4a94-b676-0b5615d211e1" providerId="ADAL" clId="{31427646-840D-4A65-B6E2-031C8E20D328}" dt="2024-01-25T07:09:58.704" v="608" actId="1076"/>
          <ac:spMkLst>
            <pc:docMk/>
            <pc:sldMk cId="1427470491" sldId="359"/>
            <ac:spMk id="12" creationId="{D907D70B-A7E3-B126-ACD5-217CD6668508}"/>
          </ac:spMkLst>
        </pc:spChg>
        <pc:graphicFrameChg chg="add mod modGraphic">
          <ac:chgData name="Hung Fu Lin 林鴻富" userId="24e90794-23a9-4a94-b676-0b5615d211e1" providerId="ADAL" clId="{31427646-840D-4A65-B6E2-031C8E20D328}" dt="2024-01-25T07:11:23.139" v="628" actId="403"/>
          <ac:graphicFrameMkLst>
            <pc:docMk/>
            <pc:sldMk cId="1427470491" sldId="359"/>
            <ac:graphicFrameMk id="11" creationId="{03503FBB-47B9-A0E9-F3D2-71C97803B61F}"/>
          </ac:graphicFrameMkLst>
        </pc:graphicFrameChg>
        <pc:picChg chg="add mod ord">
          <ac:chgData name="Hung Fu Lin 林鴻富" userId="24e90794-23a9-4a94-b676-0b5615d211e1" providerId="ADAL" clId="{31427646-840D-4A65-B6E2-031C8E20D328}" dt="2024-01-25T06:58:59.950" v="149" actId="1076"/>
          <ac:picMkLst>
            <pc:docMk/>
            <pc:sldMk cId="1427470491" sldId="359"/>
            <ac:picMk id="6" creationId="{0E79C828-17C5-4A6C-8F70-C2BB5CB8ED64}"/>
          </ac:picMkLst>
        </pc:picChg>
      </pc:sldChg>
      <pc:sldChg chg="addSp delSp modSp new mod">
        <pc:chgData name="Hung Fu Lin 林鴻富" userId="24e90794-23a9-4a94-b676-0b5615d211e1" providerId="ADAL" clId="{31427646-840D-4A65-B6E2-031C8E20D328}" dt="2024-01-25T07:46:34.475" v="969" actId="11529"/>
        <pc:sldMkLst>
          <pc:docMk/>
          <pc:sldMk cId="1001672149" sldId="360"/>
        </pc:sldMkLst>
        <pc:spChg chg="mod">
          <ac:chgData name="Hung Fu Lin 林鴻富" userId="24e90794-23a9-4a94-b676-0b5615d211e1" providerId="ADAL" clId="{31427646-840D-4A65-B6E2-031C8E20D328}" dt="2024-01-25T07:25:52.836" v="751" actId="20577"/>
          <ac:spMkLst>
            <pc:docMk/>
            <pc:sldMk cId="1001672149" sldId="360"/>
            <ac:spMk id="2" creationId="{E5D1F39A-A71A-0A52-4FA3-648C857FB1C3}"/>
          </ac:spMkLst>
        </pc:spChg>
        <pc:spChg chg="del">
          <ac:chgData name="Hung Fu Lin 林鴻富" userId="24e90794-23a9-4a94-b676-0b5615d211e1" providerId="ADAL" clId="{31427646-840D-4A65-B6E2-031C8E20D328}" dt="2024-01-25T07:13:30.309" v="646" actId="478"/>
          <ac:spMkLst>
            <pc:docMk/>
            <pc:sldMk cId="1001672149" sldId="360"/>
            <ac:spMk id="3" creationId="{DCC99E67-97F0-4A47-9173-840CC33ECF12}"/>
          </ac:spMkLst>
        </pc:spChg>
        <pc:spChg chg="add mod">
          <ac:chgData name="Hung Fu Lin 林鴻富" userId="24e90794-23a9-4a94-b676-0b5615d211e1" providerId="ADAL" clId="{31427646-840D-4A65-B6E2-031C8E20D328}" dt="2024-01-25T07:46:26.325" v="968" actId="1076"/>
          <ac:spMkLst>
            <pc:docMk/>
            <pc:sldMk cId="1001672149" sldId="360"/>
            <ac:spMk id="8" creationId="{04438F32-C91E-7436-7B27-9198B9FA2D93}"/>
          </ac:spMkLst>
        </pc:spChg>
        <pc:spChg chg="add del mod">
          <ac:chgData name="Hung Fu Lin 林鴻富" userId="24e90794-23a9-4a94-b676-0b5615d211e1" providerId="ADAL" clId="{31427646-840D-4A65-B6E2-031C8E20D328}" dt="2024-01-25T07:31:48.050" v="806" actId="478"/>
          <ac:spMkLst>
            <pc:docMk/>
            <pc:sldMk cId="1001672149" sldId="360"/>
            <ac:spMk id="15" creationId="{BEBB192F-6830-5AEC-A4F2-53D7F1DD082C}"/>
          </ac:spMkLst>
        </pc:spChg>
        <pc:spChg chg="add del mod">
          <ac:chgData name="Hung Fu Lin 林鴻富" userId="24e90794-23a9-4a94-b676-0b5615d211e1" providerId="ADAL" clId="{31427646-840D-4A65-B6E2-031C8E20D328}" dt="2024-01-25T07:32:20.665" v="826" actId="478"/>
          <ac:spMkLst>
            <pc:docMk/>
            <pc:sldMk cId="1001672149" sldId="360"/>
            <ac:spMk id="16" creationId="{14C1FD8B-899D-C835-CE2E-445FB2A7A38A}"/>
          </ac:spMkLst>
        </pc:spChg>
        <pc:spChg chg="add del mod">
          <ac:chgData name="Hung Fu Lin 林鴻富" userId="24e90794-23a9-4a94-b676-0b5615d211e1" providerId="ADAL" clId="{31427646-840D-4A65-B6E2-031C8E20D328}" dt="2024-01-25T07:32:24.910" v="829" actId="478"/>
          <ac:spMkLst>
            <pc:docMk/>
            <pc:sldMk cId="1001672149" sldId="360"/>
            <ac:spMk id="17" creationId="{5A4AF2BD-E0C0-2265-801B-B1605C2E328C}"/>
          </ac:spMkLst>
        </pc:spChg>
        <pc:picChg chg="add mod">
          <ac:chgData name="Hung Fu Lin 林鴻富" userId="24e90794-23a9-4a94-b676-0b5615d211e1" providerId="ADAL" clId="{31427646-840D-4A65-B6E2-031C8E20D328}" dt="2024-01-25T07:45:35.738" v="911" actId="1076"/>
          <ac:picMkLst>
            <pc:docMk/>
            <pc:sldMk cId="1001672149" sldId="360"/>
            <ac:picMk id="5" creationId="{1C36C390-E4A5-8729-D6CA-2178CC02DDA3}"/>
          </ac:picMkLst>
        </pc:picChg>
        <pc:picChg chg="add mod">
          <ac:chgData name="Hung Fu Lin 林鴻富" userId="24e90794-23a9-4a94-b676-0b5615d211e1" providerId="ADAL" clId="{31427646-840D-4A65-B6E2-031C8E20D328}" dt="2024-01-25T07:16:54.850" v="662" actId="1076"/>
          <ac:picMkLst>
            <pc:docMk/>
            <pc:sldMk cId="1001672149" sldId="360"/>
            <ac:picMk id="6" creationId="{621EB395-01AB-87D8-FB65-7366F3229FB9}"/>
          </ac:picMkLst>
        </pc:picChg>
        <pc:picChg chg="add del mod">
          <ac:chgData name="Hung Fu Lin 林鴻富" userId="24e90794-23a9-4a94-b676-0b5615d211e1" providerId="ADAL" clId="{31427646-840D-4A65-B6E2-031C8E20D328}" dt="2024-01-25T07:21:41.924" v="716" actId="478"/>
          <ac:picMkLst>
            <pc:docMk/>
            <pc:sldMk cId="1001672149" sldId="360"/>
            <ac:picMk id="8" creationId="{A12ED318-D0BD-2D97-827B-C0812580DF26}"/>
          </ac:picMkLst>
        </pc:picChg>
        <pc:picChg chg="add del">
          <ac:chgData name="Hung Fu Lin 林鴻富" userId="24e90794-23a9-4a94-b676-0b5615d211e1" providerId="ADAL" clId="{31427646-840D-4A65-B6E2-031C8E20D328}" dt="2024-01-25T07:23:32.992" v="718" actId="21"/>
          <ac:picMkLst>
            <pc:docMk/>
            <pc:sldMk cId="1001672149" sldId="360"/>
            <ac:picMk id="10" creationId="{BFF66579-3AF4-6DFE-5C7F-EA424F4E52F9}"/>
          </ac:picMkLst>
        </pc:picChg>
        <pc:picChg chg="add del mod">
          <ac:chgData name="Hung Fu Lin 林鴻富" userId="24e90794-23a9-4a94-b676-0b5615d211e1" providerId="ADAL" clId="{31427646-840D-4A65-B6E2-031C8E20D328}" dt="2024-01-25T07:29:46.861" v="765" actId="478"/>
          <ac:picMkLst>
            <pc:docMk/>
            <pc:sldMk cId="1001672149" sldId="360"/>
            <ac:picMk id="12" creationId="{EBCA4377-F6EB-0EB8-7E44-64D2779761DD}"/>
          </ac:picMkLst>
        </pc:picChg>
        <pc:picChg chg="add del mod">
          <ac:chgData name="Hung Fu Lin 林鴻富" userId="24e90794-23a9-4a94-b676-0b5615d211e1" providerId="ADAL" clId="{31427646-840D-4A65-B6E2-031C8E20D328}" dt="2024-01-25T07:43:53.423" v="909" actId="1076"/>
          <ac:picMkLst>
            <pc:docMk/>
            <pc:sldMk cId="1001672149" sldId="360"/>
            <ac:picMk id="14" creationId="{02356E3F-12EA-75FD-1800-F67508074B63}"/>
          </ac:picMkLst>
        </pc:picChg>
        <pc:cxnChg chg="add mod">
          <ac:chgData name="Hung Fu Lin 林鴻富" userId="24e90794-23a9-4a94-b676-0b5615d211e1" providerId="ADAL" clId="{31427646-840D-4A65-B6E2-031C8E20D328}" dt="2024-01-25T07:45:49.676" v="952" actId="1035"/>
          <ac:cxnSpMkLst>
            <pc:docMk/>
            <pc:sldMk cId="1001672149" sldId="360"/>
            <ac:cxnSpMk id="7" creationId="{F66C9D29-9F4A-5DA7-22B3-7B1C26A163E5}"/>
          </ac:cxnSpMkLst>
        </pc:cxnChg>
        <pc:cxnChg chg="add">
          <ac:chgData name="Hung Fu Lin 林鴻富" userId="24e90794-23a9-4a94-b676-0b5615d211e1" providerId="ADAL" clId="{31427646-840D-4A65-B6E2-031C8E20D328}" dt="2024-01-25T07:46:34.475" v="969" actId="11529"/>
          <ac:cxnSpMkLst>
            <pc:docMk/>
            <pc:sldMk cId="1001672149" sldId="360"/>
            <ac:cxnSpMk id="10" creationId="{8F4D8D4E-2DE7-DA49-EC23-A90D2C5C80AF}"/>
          </ac:cxnSpMkLst>
        </pc:cxnChg>
        <pc:cxnChg chg="add mod">
          <ac:chgData name="Hung Fu Lin 林鴻富" userId="24e90794-23a9-4a94-b676-0b5615d211e1" providerId="ADAL" clId="{31427646-840D-4A65-B6E2-031C8E20D328}" dt="2024-01-25T07:32:36.036" v="831" actId="208"/>
          <ac:cxnSpMkLst>
            <pc:docMk/>
            <pc:sldMk cId="1001672149" sldId="360"/>
            <ac:cxnSpMk id="19" creationId="{34D8CB39-E6F8-E9BC-BD0F-4628D5F57CF4}"/>
          </ac:cxnSpMkLst>
        </pc:cxnChg>
        <pc:cxnChg chg="add mod">
          <ac:chgData name="Hung Fu Lin 林鴻富" userId="24e90794-23a9-4a94-b676-0b5615d211e1" providerId="ADAL" clId="{31427646-840D-4A65-B6E2-031C8E20D328}" dt="2024-01-25T07:32:41.216" v="834" actId="14100"/>
          <ac:cxnSpMkLst>
            <pc:docMk/>
            <pc:sldMk cId="1001672149" sldId="360"/>
            <ac:cxnSpMk id="20" creationId="{55C1C7F2-1CE6-012C-3FC9-E3BAC708E1AE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12.334" v="850" actId="1037"/>
        <pc:sldMkLst>
          <pc:docMk/>
          <pc:sldMk cId="1092695982" sldId="361"/>
        </pc:sldMkLst>
        <pc:spChg chg="mod">
          <ac:chgData name="Hung Fu Lin 林鴻富" userId="24e90794-23a9-4a94-b676-0b5615d211e1" providerId="ADAL" clId="{31427646-840D-4A65-B6E2-031C8E20D328}" dt="2024-01-25T07:26:03.360" v="756" actId="20577"/>
          <ac:spMkLst>
            <pc:docMk/>
            <pc:sldMk cId="1092695982" sldId="361"/>
            <ac:spMk id="2" creationId="{E1B59323-83F2-DAC3-6C3B-C10AEDF42EA3}"/>
          </ac:spMkLst>
        </pc:spChg>
        <pc:spChg chg="del">
          <ac:chgData name="Hung Fu Lin 林鴻富" userId="24e90794-23a9-4a94-b676-0b5615d211e1" providerId="ADAL" clId="{31427646-840D-4A65-B6E2-031C8E20D328}" dt="2024-01-25T07:17:18.104" v="666" actId="478"/>
          <ac:spMkLst>
            <pc:docMk/>
            <pc:sldMk cId="1092695982" sldId="361"/>
            <ac:spMk id="3" creationId="{2CC97055-E5EC-363F-0216-86BA36DE4B84}"/>
          </ac:spMkLst>
        </pc:spChg>
        <pc:picChg chg="add mod">
          <ac:chgData name="Hung Fu Lin 林鴻富" userId="24e90794-23a9-4a94-b676-0b5615d211e1" providerId="ADAL" clId="{31427646-840D-4A65-B6E2-031C8E20D328}" dt="2024-01-25T07:23:40.376" v="722" actId="1076"/>
          <ac:picMkLst>
            <pc:docMk/>
            <pc:sldMk cId="1092695982" sldId="361"/>
            <ac:picMk id="6" creationId="{F500E341-079C-1474-2A66-2D8BB49EB807}"/>
          </ac:picMkLst>
        </pc:picChg>
        <pc:picChg chg="add mod">
          <ac:chgData name="Hung Fu Lin 林鴻富" userId="24e90794-23a9-4a94-b676-0b5615d211e1" providerId="ADAL" clId="{31427646-840D-4A65-B6E2-031C8E20D328}" dt="2024-01-25T07:28:18.919" v="763" actId="1076"/>
          <ac:picMkLst>
            <pc:docMk/>
            <pc:sldMk cId="1092695982" sldId="361"/>
            <ac:picMk id="7" creationId="{8C64AA3A-9367-01F8-62DF-9DCE550FED35}"/>
          </ac:picMkLst>
        </pc:picChg>
        <pc:cxnChg chg="add mod">
          <ac:chgData name="Hung Fu Lin 林鴻富" userId="24e90794-23a9-4a94-b676-0b5615d211e1" providerId="ADAL" clId="{31427646-840D-4A65-B6E2-031C8E20D328}" dt="2024-01-25T07:33:12.334" v="850" actId="1037"/>
          <ac:cxnSpMkLst>
            <pc:docMk/>
            <pc:sldMk cId="1092695982" sldId="361"/>
            <ac:cxnSpMk id="8" creationId="{FD4A6A3B-1218-D137-E186-69667C9902AF}"/>
          </ac:cxnSpMkLst>
        </pc:cxnChg>
        <pc:cxnChg chg="add mod">
          <ac:chgData name="Hung Fu Lin 林鴻富" userId="24e90794-23a9-4a94-b676-0b5615d211e1" providerId="ADAL" clId="{31427646-840D-4A65-B6E2-031C8E20D328}" dt="2024-01-25T07:33:01.215" v="843" actId="1038"/>
          <ac:cxnSpMkLst>
            <pc:docMk/>
            <pc:sldMk cId="1092695982" sldId="361"/>
            <ac:cxnSpMk id="9" creationId="{C6D2462E-06A2-716E-EC4F-D1518C967395}"/>
          </ac:cxnSpMkLst>
        </pc:cxnChg>
      </pc:sldChg>
      <pc:sldChg chg="addSp delSp modSp new mod">
        <pc:chgData name="Hung Fu Lin 林鴻富" userId="24e90794-23a9-4a94-b676-0b5615d211e1" providerId="ADAL" clId="{31427646-840D-4A65-B6E2-031C8E20D328}" dt="2024-01-25T07:33:31.843" v="858" actId="1036"/>
        <pc:sldMkLst>
          <pc:docMk/>
          <pc:sldMk cId="3230002660" sldId="362"/>
        </pc:sldMkLst>
        <pc:spChg chg="mod">
          <ac:chgData name="Hung Fu Lin 林鴻富" userId="24e90794-23a9-4a94-b676-0b5615d211e1" providerId="ADAL" clId="{31427646-840D-4A65-B6E2-031C8E20D328}" dt="2024-01-25T07:19:41.359" v="701" actId="20577"/>
          <ac:spMkLst>
            <pc:docMk/>
            <pc:sldMk cId="3230002660" sldId="362"/>
            <ac:spMk id="2" creationId="{26DACC07-37C3-401E-4F50-B03A1D7651A4}"/>
          </ac:spMkLst>
        </pc:spChg>
        <pc:spChg chg="del">
          <ac:chgData name="Hung Fu Lin 林鴻富" userId="24e90794-23a9-4a94-b676-0b5615d211e1" providerId="ADAL" clId="{31427646-840D-4A65-B6E2-031C8E20D328}" dt="2024-01-25T07:15:20.006" v="652" actId="22"/>
          <ac:spMkLst>
            <pc:docMk/>
            <pc:sldMk cId="3230002660" sldId="362"/>
            <ac:spMk id="3" creationId="{A1878AFA-1093-EB01-CE19-A266EF0BB6F1}"/>
          </ac:spMkLst>
        </pc:spChg>
        <pc:picChg chg="add mod ord">
          <ac:chgData name="Hung Fu Lin 林鴻富" userId="24e90794-23a9-4a94-b676-0b5615d211e1" providerId="ADAL" clId="{31427646-840D-4A65-B6E2-031C8E20D328}" dt="2024-01-25T07:27:56.164" v="760" actId="1076"/>
          <ac:picMkLst>
            <pc:docMk/>
            <pc:sldMk cId="3230002660" sldId="362"/>
            <ac:picMk id="6" creationId="{419A3273-9BC9-3B4F-00A2-927116CBDEAB}"/>
          </ac:picMkLst>
        </pc:picChg>
        <pc:picChg chg="add del mod">
          <ac:chgData name="Hung Fu Lin 林鴻富" userId="24e90794-23a9-4a94-b676-0b5615d211e1" providerId="ADAL" clId="{31427646-840D-4A65-B6E2-031C8E20D328}" dt="2024-01-25T07:26:16.785" v="757" actId="478"/>
          <ac:picMkLst>
            <pc:docMk/>
            <pc:sldMk cId="3230002660" sldId="362"/>
            <ac:picMk id="8" creationId="{0AB329A2-4AA6-952A-CC22-562F0319011B}"/>
          </ac:picMkLst>
        </pc:picChg>
        <pc:picChg chg="add mod">
          <ac:chgData name="Hung Fu Lin 林鴻富" userId="24e90794-23a9-4a94-b676-0b5615d211e1" providerId="ADAL" clId="{31427646-840D-4A65-B6E2-031C8E20D328}" dt="2024-01-25T07:28:02.326" v="762" actId="14100"/>
          <ac:picMkLst>
            <pc:docMk/>
            <pc:sldMk cId="3230002660" sldId="362"/>
            <ac:picMk id="10" creationId="{50FF629F-4C03-807D-115C-DBC2E42E0F5D}"/>
          </ac:picMkLst>
        </pc:picChg>
        <pc:cxnChg chg="add mod">
          <ac:chgData name="Hung Fu Lin 林鴻富" userId="24e90794-23a9-4a94-b676-0b5615d211e1" providerId="ADAL" clId="{31427646-840D-4A65-B6E2-031C8E20D328}" dt="2024-01-25T07:33:19.362" v="852" actId="1076"/>
          <ac:cxnSpMkLst>
            <pc:docMk/>
            <pc:sldMk cId="3230002660" sldId="362"/>
            <ac:cxnSpMk id="11" creationId="{79A72CE0-36A7-DED5-6557-CED23A0382FF}"/>
          </ac:cxnSpMkLst>
        </pc:cxnChg>
        <pc:cxnChg chg="add mod">
          <ac:chgData name="Hung Fu Lin 林鴻富" userId="24e90794-23a9-4a94-b676-0b5615d211e1" providerId="ADAL" clId="{31427646-840D-4A65-B6E2-031C8E20D328}" dt="2024-01-25T07:33:31.843" v="858" actId="1036"/>
          <ac:cxnSpMkLst>
            <pc:docMk/>
            <pc:sldMk cId="3230002660" sldId="362"/>
            <ac:cxnSpMk id="12" creationId="{E6E86E25-ECF2-4151-63C6-5D4523ED2129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00131C-337E-A649-AFDA-9AA6B63C9574}" type="datetime1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41CF56-A3BD-7742-87A4-9B3238B8AE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96386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2B6777-6377-844B-8495-16F5340FAABF}" type="datetime1">
              <a:rPr lang="en-US" smtClean="0"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6518-BB80-2946-90EB-62FE8165CD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095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3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74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1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5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686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22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60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97" algn="l" defTabSz="45713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34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1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D016E-7633-29EA-326C-759FCB5DD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0B9A561-32FA-B0A2-C6A0-C069E32FE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24BCE77-C85C-7722-4588-ECD7692D7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9ADA51-0BA1-CCEA-0510-CA9879F08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26518-BB80-2946-90EB-62FE8165CDC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363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.png"/><Relationship Id="rId4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62194" y="3284591"/>
            <a:ext cx="12931766" cy="1218429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Your Subject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2133" y="4512829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 dirty="0"/>
              <a:t>Name</a:t>
            </a:r>
          </a:p>
          <a:p>
            <a:r>
              <a:rPr lang="en-US" altLang="zh-TW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</a:p>
        </p:txBody>
      </p:sp>
    </p:spTree>
    <p:extLst>
      <p:ext uri="{BB962C8B-B14F-4D97-AF65-F5344CB8AC3E}">
        <p14:creationId xmlns:p14="http://schemas.microsoft.com/office/powerpoint/2010/main" val="2965881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Cover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368" y="2218808"/>
            <a:ext cx="12931766" cy="23018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Your Subject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3542" y="451106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Name</a:t>
            </a:r>
          </a:p>
          <a:p>
            <a:r>
              <a:rPr lang="en-US" dirty="0"/>
              <a:t>PLM/Unit/Group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38358" y="5485301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r>
              <a:rPr lang="en-US" altLang="zh-TW" dirty="0"/>
              <a:t>DD</a:t>
            </a:r>
            <a:r>
              <a:rPr lang="zh-TW" altLang="en-US" dirty="0"/>
              <a:t> </a:t>
            </a:r>
            <a:r>
              <a:rPr lang="en-US" altLang="zh-TW" dirty="0"/>
              <a:t>MM, YYYY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834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End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734929" y="3284591"/>
            <a:ext cx="12834533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200"/>
              </a:lnSpc>
              <a:spcBef>
                <a:spcPct val="0"/>
              </a:spcBef>
              <a:buNone/>
              <a:defRPr sz="10200" b="1" i="0" kern="120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7670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57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_1 Content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1271612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589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727075" y="1708150"/>
            <a:ext cx="12716720" cy="5299075"/>
          </a:xfrm>
        </p:spPr>
        <p:txBody>
          <a:bodyPr/>
          <a:lstStyle>
            <a:lvl1pPr marL="347663" indent="-347663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4013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12541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97313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99449"/>
            <a:ext cx="8381414" cy="1959721"/>
          </a:xfrm>
        </p:spPr>
        <p:txBody>
          <a:bodyPr>
            <a:noAutofit/>
          </a:bodyPr>
          <a:lstStyle>
            <a:lvl1pPr marL="0" indent="0">
              <a:lnSpc>
                <a:spcPts val="4800"/>
              </a:lnSpc>
              <a:buNone/>
              <a:defRPr sz="4600" b="0" i="0" baseline="0"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5072418" y="4073128"/>
            <a:ext cx="8381413" cy="2491704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1826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36983"/>
            <a:ext cx="6225371" cy="846596"/>
          </a:xfrm>
        </p:spPr>
        <p:txBody>
          <a:bodyPr anchor="ctr" anchorCtr="0"/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37753"/>
            <a:ext cx="6224848" cy="846596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727672" y="1708788"/>
            <a:ext cx="6236800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>
            <a:off x="7267489" y="1708788"/>
            <a:ext cx="6246744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62705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39101" y="547242"/>
            <a:ext cx="6225371" cy="826077"/>
          </a:xfrm>
        </p:spPr>
        <p:txBody>
          <a:bodyPr anchor="ctr" anchorCtr="0">
            <a:spAutoFit/>
          </a:bodyPr>
          <a:lstStyle>
            <a:lvl1pPr>
              <a:defRPr sz="4000"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89385" y="548012"/>
            <a:ext cx="6224848" cy="826077"/>
          </a:xfrm>
        </p:spPr>
        <p:txBody>
          <a:bodyPr anchor="ctr" anchorCtr="0">
            <a:spAutoFit/>
          </a:bodyPr>
          <a:lstStyle>
            <a:lvl1pPr marL="0" indent="0">
              <a:buNone/>
              <a:defRPr sz="4000" b="1" i="0" baseline="0">
                <a:solidFill>
                  <a:schemeClr val="tx2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title Style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quarter" idx="17"/>
          </p:nvPr>
        </p:nvSpPr>
        <p:spPr>
          <a:xfrm>
            <a:off x="727075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/>
          </p:nvPr>
        </p:nvSpPr>
        <p:spPr>
          <a:xfrm>
            <a:off x="7260793" y="1708150"/>
            <a:ext cx="6237288" cy="5298480"/>
          </a:xfrm>
        </p:spPr>
        <p:txBody>
          <a:bodyPr/>
          <a:lstStyle>
            <a:lvl1pPr marL="347663" indent="-347663">
              <a:buClr>
                <a:schemeClr val="tx2"/>
              </a:buClr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38138">
              <a:buClr>
                <a:srgbClr val="F59731"/>
              </a:buClr>
              <a:buSzPct val="80000"/>
              <a:buFont typeface="+mj-lt"/>
              <a:buAutoNum type="alphaLcParenR"/>
              <a:tabLst>
                <a:tab pos="541338" algn="l"/>
              </a:tabLst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 marL="1031875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3pPr>
            <a:lvl4pPr marL="2060517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4pPr>
            <a:lvl5pPr marL="2594954" indent="-457200">
              <a:buClr>
                <a:schemeClr val="bg2"/>
              </a:buClr>
              <a:buSzPct val="80000"/>
              <a:buFont typeface="+mj-lt"/>
              <a:buAutoNum type="arabicPeriod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871261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89211" y="3736291"/>
            <a:ext cx="3960000" cy="443198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9701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89212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8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9905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635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Contents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65298"/>
            <a:ext cx="12716124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790259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8653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790260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515936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7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87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/>
            <a:r>
              <a:rPr lang="en-US" altLang="zh-TW" dirty="0"/>
              <a:t>First level</a:t>
            </a:r>
          </a:p>
          <a:p>
            <a:pPr marL="315913" lvl="1" indent="-174625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1070"/>
            <a:ext cx="6012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975" lvl="0" indent="-180975">
              <a:buSzPct val="80000"/>
              <a:buFont typeface="+mj-lt"/>
              <a:buAutoNum type="arabicPeriod"/>
            </a:pPr>
            <a:r>
              <a:rPr lang="en-US" altLang="zh-TW" dirty="0"/>
              <a:t>First level</a:t>
            </a:r>
          </a:p>
          <a:p>
            <a:pPr marL="388938" lvl="1" indent="-187325">
              <a:buClr>
                <a:srgbClr val="F59731"/>
              </a:buClr>
              <a:buSzPct val="80000"/>
              <a:buFont typeface="+mj-lt"/>
              <a:buAutoNum type="alphaLcParenR"/>
              <a:tabLst/>
            </a:pPr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66678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59237"/>
            <a:ext cx="12681429" cy="797351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1070"/>
            <a:ext cx="6840000" cy="413639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 altLang="zh-TW" dirty="0"/>
              <a:t>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en-US" altLang="zh-TW" dirty="0"/>
              <a:t>First level</a:t>
            </a:r>
          </a:p>
          <a:p>
            <a:pPr lvl="1"/>
            <a:r>
              <a:rPr lang="en-US" altLang="zh-TW" dirty="0"/>
              <a:t>Second level</a:t>
            </a:r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986548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Section Break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6915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34572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en-US" dirty="0"/>
              <a:t>Your Session Subject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858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Section Break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44078" y="3148639"/>
            <a:ext cx="12857276" cy="1339038"/>
          </a:xfrm>
        </p:spPr>
        <p:txBody>
          <a:bodyPr/>
          <a:lstStyle>
            <a:lvl1pPr>
              <a:lnSpc>
                <a:spcPct val="100000"/>
              </a:lnSpc>
              <a:defRPr sz="8000" baseline="0"/>
            </a:lvl1pPr>
          </a:lstStyle>
          <a:p>
            <a:r>
              <a:rPr lang="it-IT" dirty="0"/>
              <a:t>Your Session Subject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D40EBCD-B209-499D-A8F9-E5541002F72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84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39552" y="4545458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  <a:endParaRPr lang="en-US" dirty="0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4368" y="5507118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July 17,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10408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封面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76884" y="1783005"/>
            <a:ext cx="12931766" cy="2693255"/>
          </a:xfrm>
        </p:spPr>
        <p:txBody>
          <a:bodyPr/>
          <a:lstStyle/>
          <a:p>
            <a:r>
              <a:rPr lang="zh-TW" altLang="en-US" dirty="0"/>
              <a:t>簡報主題</a:t>
            </a:r>
            <a:br>
              <a:rPr lang="en-US" altLang="zh-TW" dirty="0"/>
            </a:br>
            <a:r>
              <a:rPr lang="zh-TW" altLang="en-US" dirty="0"/>
              <a:t>兩行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3446" y="4547940"/>
            <a:ext cx="6417241" cy="698054"/>
          </a:xfrm>
          <a:prstGeom prst="rect">
            <a:avLst/>
          </a:prstGeom>
        </p:spPr>
        <p:txBody>
          <a:bodyPr lIns="108000" t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00" baseline="0">
                <a:solidFill>
                  <a:srgbClr val="50505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/>
              </a:defRPr>
            </a:lvl1pPr>
            <a:lvl2pPr marL="5344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688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03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377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721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06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7410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755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姓名</a:t>
            </a:r>
            <a:br>
              <a:rPr lang="en-US" altLang="zh-TW" dirty="0"/>
            </a:br>
            <a:r>
              <a:rPr lang="zh-TW" altLang="en-US" dirty="0"/>
              <a:t>單位名稱</a:t>
            </a:r>
            <a:r>
              <a:rPr lang="en-US" altLang="zh-TW" dirty="0"/>
              <a:t>(</a:t>
            </a:r>
            <a:r>
              <a:rPr lang="en-US" altLang="zh-TW" dirty="0" err="1"/>
              <a:t>Div</a:t>
            </a:r>
            <a:r>
              <a:rPr lang="en-US" altLang="zh-TW" dirty="0"/>
              <a:t>/BU/BG)</a:t>
            </a:r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>
          <a:xfrm>
            <a:off x="748262" y="5500277"/>
            <a:ext cx="3326342" cy="426993"/>
          </a:xfrm>
          <a:prstGeom prst="rect">
            <a:avLst/>
          </a:prstGeom>
        </p:spPr>
        <p:txBody>
          <a:bodyPr lIns="108000" tIns="0" rIns="108000" bIns="0"/>
          <a:lstStyle>
            <a:lvl1pPr>
              <a:lnSpc>
                <a:spcPct val="100000"/>
              </a:lnSpc>
              <a:defRPr sz="2300" baseline="0">
                <a:solidFill>
                  <a:srgbClr val="235FCD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1pPr>
          </a:lstStyle>
          <a:p>
            <a:fld id="{0315F917-072D-4D4F-B19E-E5FABAD8FB0A}" type="datetime4">
              <a:rPr lang="en-US" smtClean="0"/>
              <a:pPr/>
              <a:t>July 17,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4572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感謝頁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 userDrawn="1"/>
        </p:nvSpPr>
        <p:spPr>
          <a:xfrm>
            <a:off x="733392" y="3288575"/>
            <a:ext cx="12845839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>
            <a:lvl1pPr algn="l" defTabSz="534439" rtl="0" eaLnBrk="1" latinLnBrk="0" hangingPunct="1">
              <a:lnSpc>
                <a:spcPts val="9600"/>
              </a:lnSpc>
              <a:spcBef>
                <a:spcPct val="0"/>
              </a:spcBef>
              <a:buNone/>
              <a:defRPr sz="10200" b="1" i="0" kern="1200" spc="0" baseline="0">
                <a:solidFill>
                  <a:srgbClr val="002662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j-cs"/>
              </a:defRPr>
            </a:lvl1pPr>
          </a:lstStyle>
          <a:p>
            <a:pPr>
              <a:lnSpc>
                <a:spcPct val="80000"/>
              </a:lnSpc>
            </a:pPr>
            <a:r>
              <a:rPr lang="en-US" sz="8800" baseline="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026089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4 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753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737788" y="1655696"/>
            <a:ext cx="12803529" cy="5297841"/>
          </a:xfrm>
        </p:spPr>
        <p:txBody>
          <a:bodyPr>
            <a:noAutofit/>
          </a:bodyPr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380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 hasCustomPrompt="1"/>
          </p:nvPr>
        </p:nvSpPr>
        <p:spPr>
          <a:xfrm>
            <a:off x="737789" y="1655763"/>
            <a:ext cx="12803529" cy="5297487"/>
          </a:xfrm>
        </p:spPr>
        <p:txBody>
          <a:bodyPr/>
          <a:lstStyle>
            <a:lvl1pPr marL="357188" indent="-357188">
              <a:buSzPct val="80000"/>
              <a:buFont typeface="+mj-lt"/>
              <a:buAutoNum type="arabicPeriod"/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 marL="722313" indent="-350838">
              <a:buClr>
                <a:srgbClr val="F59731"/>
              </a:buClr>
              <a:buSzPct val="80000"/>
              <a:buFont typeface="+mj-lt"/>
              <a:buAutoNum type="alphaLcParenR"/>
              <a:tabLst/>
              <a:defRPr>
                <a:solidFill>
                  <a:schemeClr val="tx1">
                    <a:lumMod val="50000"/>
                  </a:schemeClr>
                </a:solidFill>
              </a:defRPr>
            </a:lvl2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269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7029119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一欄_圖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072418" y="1538688"/>
            <a:ext cx="8528209" cy="2110196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baseline="0"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內文</a:t>
            </a:r>
            <a:endParaRPr lang="en-US" altLang="zh-TW" dirty="0"/>
          </a:p>
        </p:txBody>
      </p:sp>
      <p:sp>
        <p:nvSpPr>
          <p:cNvPr id="8" name="Rectangle 7"/>
          <p:cNvSpPr/>
          <p:nvPr userDrawn="1"/>
        </p:nvSpPr>
        <p:spPr>
          <a:xfrm>
            <a:off x="863337" y="744553"/>
            <a:ext cx="3817157" cy="6159663"/>
          </a:xfrm>
          <a:prstGeom prst="rect">
            <a:avLst/>
          </a:prstGeom>
          <a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3995481" y="1415668"/>
            <a:ext cx="1909287" cy="75600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3" hasCustomPrompt="1"/>
          </p:nvPr>
        </p:nvSpPr>
        <p:spPr>
          <a:xfrm>
            <a:off x="5072063" y="4322519"/>
            <a:ext cx="8412162" cy="226536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11547737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5" hasCustomPrompt="1"/>
          </p:nvPr>
        </p:nvSpPr>
        <p:spPr>
          <a:xfrm>
            <a:off x="741363" y="1657350"/>
            <a:ext cx="6194425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6" hasCustomPrompt="1"/>
          </p:nvPr>
        </p:nvSpPr>
        <p:spPr>
          <a:xfrm>
            <a:off x="7264400" y="1657350"/>
            <a:ext cx="6224588" cy="523875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</a:schemeClr>
                </a:solidFill>
              </a:defRPr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</a:p>
          <a:p>
            <a:pPr lvl="2"/>
            <a:r>
              <a:rPr lang="zh-TW" altLang="en-US" dirty="0"/>
              <a:t>階層三</a:t>
            </a:r>
          </a:p>
        </p:txBody>
      </p:sp>
    </p:spTree>
    <p:extLst>
      <p:ext uri="{BB962C8B-B14F-4D97-AF65-F5344CB8AC3E}">
        <p14:creationId xmlns:p14="http://schemas.microsoft.com/office/powerpoint/2010/main" val="345940389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兩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1186" y="591717"/>
            <a:ext cx="6225371" cy="759264"/>
          </a:xfrm>
        </p:spPr>
        <p:txBody>
          <a:bodyPr anchor="ctr" anchorCtr="0">
            <a:spAutoFit/>
          </a:bodyPr>
          <a:lstStyle>
            <a:lvl1pPr>
              <a:lnSpc>
                <a:spcPct val="120000"/>
              </a:lnSpc>
              <a:spcBef>
                <a:spcPts val="0"/>
              </a:spcBef>
              <a:defRPr spc="-100" baseline="0">
                <a:latin typeface="Calibri" panose="020F0502020204030204" pitchFamily="34" charset="0"/>
                <a:ea typeface="微軟正黑體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7264630" y="601463"/>
            <a:ext cx="6224848" cy="759264"/>
          </a:xfrm>
        </p:spPr>
        <p:txBody>
          <a:bodyPr anchor="ctr" anchorCtr="0">
            <a:sp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3800" b="1" i="0" spc="-100" baseline="0">
                <a:solidFill>
                  <a:schemeClr val="tx2"/>
                </a:solidFill>
                <a:latin typeface="Calibri" panose="020F0502020204030204" pitchFamily="34" charset="0"/>
                <a:ea typeface="微軟正黑體"/>
              </a:defRPr>
            </a:lvl1pPr>
          </a:lstStyle>
          <a:p>
            <a:pPr lvl="0"/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8" hasCustomPrompt="1"/>
          </p:nvPr>
        </p:nvSpPr>
        <p:spPr>
          <a:xfrm>
            <a:off x="737790" y="1655763"/>
            <a:ext cx="619799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9" hasCustomPrompt="1"/>
          </p:nvPr>
        </p:nvSpPr>
        <p:spPr>
          <a:xfrm>
            <a:off x="7264630" y="1655763"/>
            <a:ext cx="6224848" cy="5240337"/>
          </a:xfrm>
        </p:spPr>
        <p:txBody>
          <a:bodyPr/>
          <a:lstStyle>
            <a:lvl1pPr marL="358775" indent="-358775">
              <a:buSzPct val="80000"/>
              <a:buFont typeface="+mj-lt"/>
              <a:buAutoNum type="arabicPeriod"/>
              <a:defRPr/>
            </a:lvl1pPr>
            <a:lvl2pPr marL="722313" indent="-352425">
              <a:buClr>
                <a:srgbClr val="F59731"/>
              </a:buClr>
              <a:buSzPct val="80000"/>
              <a:buFont typeface="+mj-lt"/>
              <a:buAutoNum type="alphaLcParenR"/>
              <a:tabLst/>
              <a:defRPr/>
            </a:lvl2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405625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項目符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16071" y="599305"/>
            <a:ext cx="12774025" cy="759264"/>
          </a:xfrm>
        </p:spPr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1016" y="3751070"/>
            <a:ext cx="3960000" cy="413639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3973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1017" y="4219962"/>
            <a:ext cx="396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>
                <a:solidFill>
                  <a:schemeClr val="tx1">
                    <a:lumMod val="50000"/>
                  </a:schemeClr>
                </a:solidFill>
              </a:defRPr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>
                <a:solidFill>
                  <a:schemeClr val="tx1">
                    <a:lumMod val="50000"/>
                  </a:schemeClr>
                </a:solidFill>
              </a:defRPr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45959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9504177" y="4219962"/>
            <a:ext cx="3960000" cy="2754844"/>
          </a:xfrm>
        </p:spPr>
        <p:txBody>
          <a:bodyPr vert="horz" wrap="square" lIns="36000" tIns="53444" rIns="36000" bIns="53444" rtlCol="0">
            <a:noAutofit/>
          </a:bodyPr>
          <a:lstStyle>
            <a:lvl1pPr>
              <a:defRPr lang="en-US" altLang="zh-TW" sz="1800" dirty="0" smtClean="0"/>
            </a:lvl1pPr>
            <a:lvl2pPr>
              <a:defRPr lang="en-US" altLang="zh-TW" sz="1600" dirty="0" smtClean="0"/>
            </a:lvl2pPr>
          </a:lstStyle>
          <a:p>
            <a:pPr marL="180000" lvl="0" indent="-180000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階層一</a:t>
            </a:r>
            <a:endParaRPr lang="en-US" altLang="zh-TW" dirty="0"/>
          </a:p>
          <a:p>
            <a:pPr marL="315913" lvl="1" indent="-174625">
              <a:lnSpc>
                <a:spcPct val="100000"/>
              </a:lnSpc>
              <a:spcBef>
                <a:spcPts val="400"/>
              </a:spcBef>
            </a:pPr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Oval 16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6387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3 三欄_編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spcBef>
                <a:spcPts val="0"/>
              </a:spcBef>
              <a:defRPr/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0071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5145957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9494236" y="3752192"/>
            <a:ext cx="3960000" cy="411395"/>
          </a:xfrm>
        </p:spPr>
        <p:txBody>
          <a:bodyPr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00718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5145959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1" hasCustomPrompt="1"/>
          </p:nvPr>
        </p:nvSpPr>
        <p:spPr>
          <a:xfrm>
            <a:off x="9494236" y="4219962"/>
            <a:ext cx="396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cap="all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6" name="Oval 15"/>
          <p:cNvSpPr/>
          <p:nvPr userDrawn="1"/>
        </p:nvSpPr>
        <p:spPr>
          <a:xfrm>
            <a:off x="183361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61918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Oval 22"/>
          <p:cNvSpPr/>
          <p:nvPr userDrawn="1"/>
        </p:nvSpPr>
        <p:spPr>
          <a:xfrm>
            <a:off x="1055449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2146045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6506048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9"/>
          </p:nvPr>
        </p:nvSpPr>
        <p:spPr>
          <a:xfrm>
            <a:off x="10866051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99793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293425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 userDrawn="1"/>
        </p:nvSpPr>
        <p:spPr>
          <a:xfrm>
            <a:off x="9461084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60592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99817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60689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7399818" y="4219962"/>
            <a:ext cx="6012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6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4557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3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7525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9451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2 Contents_2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294177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/>
          <p:cNvSpPr/>
          <p:nvPr userDrawn="1"/>
        </p:nvSpPr>
        <p:spPr>
          <a:xfrm>
            <a:off x="9452620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875639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7368140" y="3752192"/>
            <a:ext cx="6012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875736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0" hasCustomPrompt="1"/>
          </p:nvPr>
        </p:nvSpPr>
        <p:spPr>
          <a:xfrm>
            <a:off x="7368142" y="4219962"/>
            <a:ext cx="6012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6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325309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  <p:sp>
        <p:nvSpPr>
          <p:cNvPr id="26" name="Picture Placeholder 18"/>
          <p:cNvSpPr>
            <a:spLocks noGrp="1"/>
          </p:cNvSpPr>
          <p:nvPr>
            <p:ph type="pic" sz="quarter" idx="18"/>
          </p:nvPr>
        </p:nvSpPr>
        <p:spPr>
          <a:xfrm>
            <a:off x="9766793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4200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66678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/>
          <p:cNvSpPr/>
          <p:nvPr userDrawn="1"/>
        </p:nvSpPr>
        <p:spPr>
          <a:xfrm>
            <a:off x="6180375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232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329" y="4219962"/>
            <a:ext cx="6840000" cy="2754844"/>
          </a:xfrm>
        </p:spPr>
        <p:txBody>
          <a:bodyPr lIns="36000" rIns="36000">
            <a:noAutofit/>
          </a:bodyPr>
          <a:lstStyle>
            <a:lvl1pPr marL="180000" indent="-180000">
              <a:lnSpc>
                <a:spcPct val="100000"/>
              </a:lnSpc>
              <a:spcBef>
                <a:spcPts val="400"/>
              </a:spcBef>
              <a:defRPr sz="1800" baseline="0"/>
            </a:lvl1pPr>
            <a:lvl2pPr marL="315913" indent="-174625">
              <a:lnSpc>
                <a:spcPct val="100000"/>
              </a:lnSpc>
              <a:spcBef>
                <a:spcPts val="400"/>
              </a:spcBef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91694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2784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_1 Content_1_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/>
          <p:cNvSpPr/>
          <p:nvPr userDrawn="1"/>
        </p:nvSpPr>
        <p:spPr>
          <a:xfrm>
            <a:off x="6172658" y="1698000"/>
            <a:ext cx="1872000" cy="1872000"/>
          </a:xfrm>
          <a:prstGeom prst="ellipse">
            <a:avLst/>
          </a:prstGeom>
          <a:noFill/>
          <a:ln w="25400">
            <a:gradFill flip="none" rotWithShape="1">
              <a:gsLst>
                <a:gs pos="0">
                  <a:srgbClr val="3CE7FF"/>
                </a:gs>
                <a:gs pos="43000">
                  <a:srgbClr val="46ABF4"/>
                </a:gs>
                <a:gs pos="85000">
                  <a:srgbClr val="2A5AE6"/>
                </a:gs>
              </a:gsLst>
              <a:lin ang="5400000" scaled="0"/>
              <a:tileRect/>
            </a:gra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7671" y="578281"/>
            <a:ext cx="12681429" cy="759264"/>
          </a:xfrm>
        </p:spPr>
        <p:txBody>
          <a:bodyPr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695039" y="3752192"/>
            <a:ext cx="6840000" cy="411395"/>
          </a:xfrm>
        </p:spPr>
        <p:txBody>
          <a:bodyPr wrap="square" tIns="0" bIns="0" anchor="ctr" anchorCtr="0">
            <a:spAutoFit/>
          </a:bodyPr>
          <a:lstStyle>
            <a:lvl1pPr marL="0" indent="0" algn="ctr">
              <a:lnSpc>
                <a:spcPct val="120000"/>
              </a:lnSpc>
              <a:buNone/>
              <a:defRPr sz="2400" b="1" i="0" baseline="0">
                <a:solidFill>
                  <a:srgbClr val="F5973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zh-TW" altLang="en-US" dirty="0"/>
              <a:t>次標題</a:t>
            </a:r>
            <a:endParaRPr lang="en-US" altLang="zh-TW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695136" y="4219962"/>
            <a:ext cx="6840000" cy="2754844"/>
          </a:xfrm>
        </p:spPr>
        <p:txBody>
          <a:bodyPr lIns="36000" rIns="36000">
            <a:noAutofit/>
          </a:bodyPr>
          <a:lstStyle>
            <a:lvl1pPr marL="180975" indent="-180975">
              <a:lnSpc>
                <a:spcPct val="100000"/>
              </a:lnSpc>
              <a:spcBef>
                <a:spcPts val="400"/>
              </a:spcBef>
              <a:buSzPct val="80000"/>
              <a:buFont typeface="+mj-lt"/>
              <a:buAutoNum type="arabicPeriod"/>
              <a:defRPr sz="1800" baseline="0"/>
            </a:lvl1pPr>
            <a:lvl2pPr marL="388938" indent="-187325">
              <a:lnSpc>
                <a:spcPct val="100000"/>
              </a:lnSpc>
              <a:spcBef>
                <a:spcPts val="400"/>
              </a:spcBef>
              <a:buClr>
                <a:srgbClr val="F59731"/>
              </a:buClr>
              <a:buSzPct val="80000"/>
              <a:buFont typeface="+mj-lt"/>
              <a:buAutoNum type="alphaLcParenR"/>
              <a:tabLst/>
              <a:defRPr sz="1600" baseline="0"/>
            </a:lvl2pPr>
            <a:lvl3pPr>
              <a:lnSpc>
                <a:spcPts val="2400"/>
              </a:lnSpc>
              <a:spcBef>
                <a:spcPts val="0"/>
              </a:spcBef>
              <a:defRPr sz="1600"/>
            </a:lvl3pPr>
          </a:lstStyle>
          <a:p>
            <a:pPr lvl="0"/>
            <a:r>
              <a:rPr lang="zh-TW" altLang="en-US" dirty="0"/>
              <a:t>階層一</a:t>
            </a:r>
            <a:endParaRPr lang="en-US" altLang="zh-TW" dirty="0"/>
          </a:p>
          <a:p>
            <a:pPr lvl="1"/>
            <a:r>
              <a:rPr lang="zh-TW" altLang="en-US" dirty="0"/>
              <a:t>階層二</a:t>
            </a:r>
            <a:endParaRPr lang="en-US" altLang="zh-TW" dirty="0"/>
          </a:p>
        </p:txBody>
      </p:sp>
      <p:sp>
        <p:nvSpPr>
          <p:cNvPr id="25" name="Picture Placeholder 18"/>
          <p:cNvSpPr>
            <a:spLocks noGrp="1"/>
          </p:cNvSpPr>
          <p:nvPr>
            <p:ph type="pic" sz="quarter" idx="17"/>
          </p:nvPr>
        </p:nvSpPr>
        <p:spPr>
          <a:xfrm>
            <a:off x="6483977" y="2012686"/>
            <a:ext cx="1249363" cy="1249363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ts val="1600"/>
              </a:lnSpc>
              <a:buNone/>
              <a:defRPr sz="16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73024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1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4595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2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3417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_單元主題頁_3">
    <p:bg>
      <p:bgPr>
        <a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6"/>
          <p:cNvSpPr/>
          <p:nvPr userDrawn="1"/>
        </p:nvSpPr>
        <p:spPr>
          <a:xfrm>
            <a:off x="5336509" y="-114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solidFill>
            <a:srgbClr val="FFFFFF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5336509" y="0"/>
            <a:ext cx="8919241" cy="6402195"/>
          </a:xfrm>
          <a:custGeom>
            <a:avLst/>
            <a:gdLst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0 w 4633098"/>
              <a:gd name="connsiteY3" fmla="*/ 6604000 h 6604000"/>
              <a:gd name="connsiteX4" fmla="*/ 0 w 4633098"/>
              <a:gd name="connsiteY4" fmla="*/ 0 h 6604000"/>
              <a:gd name="connsiteX0" fmla="*/ 0 w 4633098"/>
              <a:gd name="connsiteY0" fmla="*/ 0 h 6604000"/>
              <a:gd name="connsiteX1" fmla="*/ 4633098 w 4633098"/>
              <a:gd name="connsiteY1" fmla="*/ 0 h 6604000"/>
              <a:gd name="connsiteX2" fmla="*/ 4633098 w 4633098"/>
              <a:gd name="connsiteY2" fmla="*/ 6604000 h 6604000"/>
              <a:gd name="connsiteX3" fmla="*/ 2587525 w 4633098"/>
              <a:gd name="connsiteY3" fmla="*/ 6604000 h 6604000"/>
              <a:gd name="connsiteX4" fmla="*/ 0 w 4633098"/>
              <a:gd name="connsiteY4" fmla="*/ 0 h 6604000"/>
              <a:gd name="connsiteX0" fmla="*/ 0 w 5624921"/>
              <a:gd name="connsiteY0" fmla="*/ 0 h 6604000"/>
              <a:gd name="connsiteX1" fmla="*/ 5624921 w 5624921"/>
              <a:gd name="connsiteY1" fmla="*/ 0 h 6604000"/>
              <a:gd name="connsiteX2" fmla="*/ 5624921 w 5624921"/>
              <a:gd name="connsiteY2" fmla="*/ 6604000 h 6604000"/>
              <a:gd name="connsiteX3" fmla="*/ 3579348 w 5624921"/>
              <a:gd name="connsiteY3" fmla="*/ 6604000 h 6604000"/>
              <a:gd name="connsiteX4" fmla="*/ 0 w 5624921"/>
              <a:gd name="connsiteY4" fmla="*/ 0 h 660400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0 w 7132785"/>
              <a:gd name="connsiteY4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565390 w 7132785"/>
              <a:gd name="connsiteY4" fmla="*/ 5929255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46982 w 7132785"/>
              <a:gd name="connsiteY4" fmla="*/ 605369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42247 w 7132785"/>
              <a:gd name="connsiteY4" fmla="*/ 6317219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27607 w 7132785"/>
              <a:gd name="connsiteY4" fmla="*/ 647460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34927 w 7132785"/>
              <a:gd name="connsiteY4" fmla="*/ 6481921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46982 w 7132785"/>
              <a:gd name="connsiteY5" fmla="*/ 605369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76261 w 7132785"/>
              <a:gd name="connsiteY5" fmla="*/ 60976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616628 w 7132785"/>
              <a:gd name="connsiteY4" fmla="*/ 6459960 h 6607660"/>
              <a:gd name="connsiteX5" fmla="*/ 4283581 w 7132785"/>
              <a:gd name="connsiteY5" fmla="*/ 6115917 h 6607660"/>
              <a:gd name="connsiteX6" fmla="*/ 0 w 7132785"/>
              <a:gd name="connsiteY6" fmla="*/ 0 h 6607660"/>
              <a:gd name="connsiteX0" fmla="*/ 0 w 7132785"/>
              <a:gd name="connsiteY0" fmla="*/ 0 h 6747446"/>
              <a:gd name="connsiteX1" fmla="*/ 7132785 w 7132785"/>
              <a:gd name="connsiteY1" fmla="*/ 3660 h 6747446"/>
              <a:gd name="connsiteX2" fmla="*/ 7132785 w 7132785"/>
              <a:gd name="connsiteY2" fmla="*/ 6607660 h 6747446"/>
              <a:gd name="connsiteX3" fmla="*/ 5087212 w 7132785"/>
              <a:gd name="connsiteY3" fmla="*/ 6607660 h 6747446"/>
              <a:gd name="connsiteX4" fmla="*/ 4283581 w 7132785"/>
              <a:gd name="connsiteY4" fmla="*/ 6115917 h 6747446"/>
              <a:gd name="connsiteX5" fmla="*/ 0 w 7132785"/>
              <a:gd name="connsiteY5" fmla="*/ 0 h 6747446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80"/>
              <a:gd name="connsiteX1" fmla="*/ 7132785 w 7132785"/>
              <a:gd name="connsiteY1" fmla="*/ 3660 h 6607680"/>
              <a:gd name="connsiteX2" fmla="*/ 7132785 w 7132785"/>
              <a:gd name="connsiteY2" fmla="*/ 6607660 h 6607680"/>
              <a:gd name="connsiteX3" fmla="*/ 5087212 w 7132785"/>
              <a:gd name="connsiteY3" fmla="*/ 6607660 h 6607680"/>
              <a:gd name="connsiteX4" fmla="*/ 4283581 w 7132785"/>
              <a:gd name="connsiteY4" fmla="*/ 6115917 h 6607680"/>
              <a:gd name="connsiteX5" fmla="*/ 0 w 7132785"/>
              <a:gd name="connsiteY5" fmla="*/ 0 h 660768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5087212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4283581 w 7132785"/>
              <a:gd name="connsiteY4" fmla="*/ 6115917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250840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7132785"/>
              <a:gd name="connsiteY0" fmla="*/ 0 h 6607660"/>
              <a:gd name="connsiteX1" fmla="*/ 7132785 w 7132785"/>
              <a:gd name="connsiteY1" fmla="*/ 3660 h 6607660"/>
              <a:gd name="connsiteX2" fmla="*/ 7132785 w 7132785"/>
              <a:gd name="connsiteY2" fmla="*/ 6607660 h 6607660"/>
              <a:gd name="connsiteX3" fmla="*/ 4370321 w 7132785"/>
              <a:gd name="connsiteY3" fmla="*/ 6607660 h 6607660"/>
              <a:gd name="connsiteX4" fmla="*/ 3508760 w 7132785"/>
              <a:gd name="connsiteY4" fmla="*/ 5996300 h 6607660"/>
              <a:gd name="connsiteX5" fmla="*/ 0 w 7132785"/>
              <a:gd name="connsiteY5" fmla="*/ 0 h 6607660"/>
              <a:gd name="connsiteX0" fmla="*/ 0 w 6825029"/>
              <a:gd name="connsiteY0" fmla="*/ 1324 h 6604000"/>
              <a:gd name="connsiteX1" fmla="*/ 6825029 w 6825029"/>
              <a:gd name="connsiteY1" fmla="*/ 0 h 6604000"/>
              <a:gd name="connsiteX2" fmla="*/ 6825029 w 6825029"/>
              <a:gd name="connsiteY2" fmla="*/ 6604000 h 6604000"/>
              <a:gd name="connsiteX3" fmla="*/ 4062565 w 6825029"/>
              <a:gd name="connsiteY3" fmla="*/ 6604000 h 6604000"/>
              <a:gd name="connsiteX4" fmla="*/ 3201004 w 6825029"/>
              <a:gd name="connsiteY4" fmla="*/ 5992640 h 6604000"/>
              <a:gd name="connsiteX5" fmla="*/ 0 w 6825029"/>
              <a:gd name="connsiteY5" fmla="*/ 1324 h 6604000"/>
              <a:gd name="connsiteX0" fmla="*/ 0 w 6267448"/>
              <a:gd name="connsiteY0" fmla="*/ 1324 h 6604000"/>
              <a:gd name="connsiteX1" fmla="*/ 6267448 w 6267448"/>
              <a:gd name="connsiteY1" fmla="*/ 0 h 6604000"/>
              <a:gd name="connsiteX2" fmla="*/ 6267448 w 6267448"/>
              <a:gd name="connsiteY2" fmla="*/ 6604000 h 6604000"/>
              <a:gd name="connsiteX3" fmla="*/ 3504984 w 6267448"/>
              <a:gd name="connsiteY3" fmla="*/ 6604000 h 6604000"/>
              <a:gd name="connsiteX4" fmla="*/ 2643423 w 6267448"/>
              <a:gd name="connsiteY4" fmla="*/ 5992640 h 6604000"/>
              <a:gd name="connsiteX5" fmla="*/ 0 w 6267448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3419 w 6687444"/>
              <a:gd name="connsiteY4" fmla="*/ 5992640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75139 w 6687444"/>
              <a:gd name="connsiteY4" fmla="*/ 5924073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24980 w 6687444"/>
              <a:gd name="connsiteY3" fmla="*/ 6604000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4000"/>
              <a:gd name="connsiteX1" fmla="*/ 6687444 w 6687444"/>
              <a:gd name="connsiteY1" fmla="*/ 0 h 6604000"/>
              <a:gd name="connsiteX2" fmla="*/ 6687444 w 6687444"/>
              <a:gd name="connsiteY2" fmla="*/ 6604000 h 6604000"/>
              <a:gd name="connsiteX3" fmla="*/ 3930840 w 6687444"/>
              <a:gd name="connsiteY3" fmla="*/ 6539467 h 6604000"/>
              <a:gd name="connsiteX4" fmla="*/ 3066350 w 6687444"/>
              <a:gd name="connsiteY4" fmla="*/ 6012807 h 6604000"/>
              <a:gd name="connsiteX5" fmla="*/ 0 w 6687444"/>
              <a:gd name="connsiteY5" fmla="*/ 1324 h 6604000"/>
              <a:gd name="connsiteX0" fmla="*/ 0 w 6687444"/>
              <a:gd name="connsiteY0" fmla="*/ 1324 h 6608034"/>
              <a:gd name="connsiteX1" fmla="*/ 6687444 w 6687444"/>
              <a:gd name="connsiteY1" fmla="*/ 0 h 6608034"/>
              <a:gd name="connsiteX2" fmla="*/ 6687444 w 6687444"/>
              <a:gd name="connsiteY2" fmla="*/ 6604000 h 6608034"/>
              <a:gd name="connsiteX3" fmla="*/ 3919122 w 6687444"/>
              <a:gd name="connsiteY3" fmla="*/ 6608034 h 6608034"/>
              <a:gd name="connsiteX4" fmla="*/ 3066350 w 6687444"/>
              <a:gd name="connsiteY4" fmla="*/ 6012807 h 6608034"/>
              <a:gd name="connsiteX5" fmla="*/ 0 w 6687444"/>
              <a:gd name="connsiteY5" fmla="*/ 1324 h 6608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87444" h="6608034">
                <a:moveTo>
                  <a:pt x="0" y="1324"/>
                </a:moveTo>
                <a:lnTo>
                  <a:pt x="6687444" y="0"/>
                </a:lnTo>
                <a:lnTo>
                  <a:pt x="6687444" y="6604000"/>
                </a:lnTo>
                <a:lnTo>
                  <a:pt x="3919122" y="6608034"/>
                </a:lnTo>
                <a:cubicBezTo>
                  <a:pt x="3451339" y="6607924"/>
                  <a:pt x="3271955" y="6410118"/>
                  <a:pt x="3066350" y="6012807"/>
                </a:cubicBezTo>
                <a:lnTo>
                  <a:pt x="0" y="1324"/>
                </a:lnTo>
                <a:close/>
              </a:path>
            </a:pathLst>
          </a:custGeom>
          <a:blipFill rotWithShape="1">
            <a:blip r:embed="rId3">
              <a:alphaModFix amt="8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/>
            <a:stretch>
              <a:fillRect l="-9247" t="-21335" r="-21522" b="1"/>
            </a:stretch>
          </a:blip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C78E8C5-4BF1-4DA7-9E77-7B2B583C9A0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1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image" Target="../media/image7.png"/><Relationship Id="rId2" Type="http://schemas.openxmlformats.org/officeDocument/2006/relationships/slideLayout" Target="../slideLayouts/slideLayout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image" Target="../media/image7.png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E6545AAE-3723-416E-B1D5-EBF5C1D4988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2194" y="3284591"/>
            <a:ext cx="12931766" cy="1218429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en-US" dirty="0"/>
              <a:t>Your Subject</a:t>
            </a:r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B68B8555-16E7-23B0-20AF-7A46EE4F316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ACEAD177-F068-29E9-B7A9-E54CD707301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9473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5" r:id="rId3"/>
  </p:sldLayoutIdLst>
  <p:hf hdr="0" ftr="0"/>
  <p:txStyles>
    <p:titleStyle>
      <a:lvl1pPr algn="l" defTabSz="534439" rtl="0" eaLnBrk="1" latinLnBrk="0" hangingPunct="1">
        <a:lnSpc>
          <a:spcPct val="80000"/>
        </a:lnSpc>
        <a:spcBef>
          <a:spcPct val="0"/>
        </a:spcBef>
        <a:buNone/>
        <a:defRPr sz="88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016AE1C9-E848-448D-BB05-E8CC2C2AF439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7671" y="540676"/>
            <a:ext cx="12716124" cy="846596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7671" y="1708788"/>
            <a:ext cx="12716423" cy="1511308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5169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sz="1200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1" name="圖形 10">
            <a:extLst>
              <a:ext uri="{FF2B5EF4-FFF2-40B4-BE49-F238E27FC236}">
                <a16:creationId xmlns:a16="http://schemas.microsoft.com/office/drawing/2014/main" id="{35A0132D-37CC-2FAF-267B-809C47FE4342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4D3F85B-A537-0042-34FE-25EA310EC23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3079217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680" r:id="rId2"/>
    <p:sldLayoutId id="2147483687" r:id="rId3"/>
    <p:sldLayoutId id="2147483688" r:id="rId4"/>
    <p:sldLayoutId id="2147483713" r:id="rId5"/>
    <p:sldLayoutId id="2147483689" r:id="rId6"/>
    <p:sldLayoutId id="2147483715" r:id="rId7"/>
    <p:sldLayoutId id="2147483694" r:id="rId8"/>
    <p:sldLayoutId id="2147483696" r:id="rId9"/>
    <p:sldLayoutId id="2147483719" r:id="rId10"/>
    <p:sldLayoutId id="2147483720" r:id="rId11"/>
    <p:sldLayoutId id="2147483721" r:id="rId12"/>
    <p:sldLayoutId id="2147483722" r:id="rId13"/>
    <p:sldLayoutId id="2147483728" r:id="rId14"/>
  </p:sldLayoutIdLst>
  <p:hf hdr="0" ftr="0"/>
  <p:txStyles>
    <p:titleStyle>
      <a:lvl1pPr algn="l" defTabSz="534439" rtl="0" eaLnBrk="1" latinLnBrk="0" hangingPunct="1">
        <a:lnSpc>
          <a:spcPct val="120000"/>
        </a:lnSpc>
        <a:spcBef>
          <a:spcPct val="0"/>
        </a:spcBef>
        <a:buNone/>
        <a:defRPr sz="4000" b="1" i="0" kern="1200" baseline="0">
          <a:solidFill>
            <a:schemeClr val="tx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1pPr>
      <a:lvl2pPr marL="569913" indent="-304800" algn="l" defTabSz="534439" rtl="0" eaLnBrk="1" latinLnBrk="0" hangingPunct="1">
        <a:lnSpc>
          <a:spcPct val="100000"/>
        </a:lnSpc>
        <a:spcBef>
          <a:spcPts val="400"/>
        </a:spcBef>
        <a:buFontTx/>
        <a:buBlip>
          <a:blip r:embed="rId19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2pPr>
      <a:lvl3pPr marL="842963" indent="-268288" algn="l" defTabSz="534439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/>
          <a:ea typeface="微軟正黑體" panose="020B0604030504040204" pitchFamily="34" charset="-120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4078" y="3322658"/>
            <a:ext cx="12857276" cy="1168051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en-US" dirty="0"/>
              <a:t>Your Session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4415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reserved.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5321875-679F-4E0A-9071-5E20500D10D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58F4D57E-EED5-14E1-2205-3AE60129ADC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8C2CFA7C-C3B9-056B-4728-BB0E79F0027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99444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</p:sldLayoutIdLst>
  <p:hf hdr="0" ftr="0"/>
  <p:txStyles>
    <p:titleStyle>
      <a:lvl1pPr algn="l" defTabSz="534439" rtl="0" eaLnBrk="1" latinLnBrk="0" hangingPunct="1">
        <a:lnSpc>
          <a:spcPts val="8000"/>
        </a:lnSpc>
        <a:spcBef>
          <a:spcPct val="0"/>
        </a:spcBef>
        <a:buNone/>
        <a:defRPr sz="8000" b="1" i="0" kern="12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2666" y="3076191"/>
            <a:ext cx="12931766" cy="1400593"/>
          </a:xfrm>
          <a:prstGeom prst="rect">
            <a:avLst/>
          </a:prstGeom>
        </p:spPr>
        <p:txBody>
          <a:bodyPr vert="horz" wrap="square" lIns="106887" tIns="53444" rIns="106887" bIns="53444" rtlCol="0" anchor="b" anchorCtr="0">
            <a:spAutoFit/>
          </a:bodyPr>
          <a:lstStyle/>
          <a:p>
            <a:r>
              <a:rPr lang="zh-TW" altLang="en-US" dirty="0"/>
              <a:t>簡報主題</a:t>
            </a:r>
            <a:endParaRPr lang="en-US" dirty="0"/>
          </a:p>
        </p:txBody>
      </p:sp>
      <p:sp>
        <p:nvSpPr>
          <p:cNvPr id="11" name="Footer Placeholder 4"/>
          <p:cNvSpPr txBox="1">
            <a:spLocks/>
          </p:cNvSpPr>
          <p:nvPr userDrawn="1"/>
        </p:nvSpPr>
        <p:spPr>
          <a:xfrm>
            <a:off x="11268215" y="7604945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800" b="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www.usiglobal.com</a:t>
            </a:r>
            <a:endParaRPr lang="en-US" sz="1800" b="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6E7DEEE-D7CE-4B04-BA9F-8C60020451C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038014" y="4283"/>
            <a:ext cx="1656000" cy="1158532"/>
          </a:xfrm>
          <a:prstGeom prst="rect">
            <a:avLst/>
          </a:prstGeom>
        </p:spPr>
      </p:pic>
      <p:pic>
        <p:nvPicPr>
          <p:cNvPr id="3" name="圖形 5">
            <a:extLst>
              <a:ext uri="{FF2B5EF4-FFF2-40B4-BE49-F238E27FC236}">
                <a16:creationId xmlns:a16="http://schemas.microsoft.com/office/drawing/2014/main" id="{F5AD55D1-E310-12AB-C415-EC6A8EFFE463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68912" y="7489269"/>
            <a:ext cx="1460877" cy="252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76423232-54CC-7626-4CE4-2CE5FDBAC3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88278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</p:sldLayoutIdLst>
  <p:hf hdr="0" ftr="0"/>
  <p:txStyles>
    <p:titleStyle>
      <a:lvl1pPr algn="l" defTabSz="534439" rtl="0" eaLnBrk="1" latinLnBrk="0" hangingPunct="1">
        <a:lnSpc>
          <a:spcPct val="100000"/>
        </a:lnSpc>
        <a:spcBef>
          <a:spcPct val="0"/>
        </a:spcBef>
        <a:buNone/>
        <a:defRPr sz="84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 panose="020B0604030504040204" pitchFamily="34" charset="-120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0686" y="586068"/>
            <a:ext cx="12830632" cy="762855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標題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7789" y="1655697"/>
            <a:ext cx="12803586" cy="1698111"/>
          </a:xfrm>
          <a:prstGeom prst="rect">
            <a:avLst/>
          </a:prstGeom>
        </p:spPr>
        <p:txBody>
          <a:bodyPr vert="horz" wrap="square" lIns="106887" tIns="53444" rIns="106887" bIns="53444" rtlCol="0">
            <a:noAutofit/>
          </a:bodyPr>
          <a:lstStyle/>
          <a:p>
            <a:pPr lvl="0"/>
            <a:r>
              <a:rPr lang="zh-TW" altLang="en-US" dirty="0"/>
              <a:t>階層一</a:t>
            </a:r>
            <a:endParaRPr lang="en-US" dirty="0"/>
          </a:p>
          <a:p>
            <a:pPr lvl="1"/>
            <a:r>
              <a:rPr lang="zh-TW" altLang="en-US" dirty="0"/>
              <a:t>階層二</a:t>
            </a:r>
            <a:endParaRPr lang="en-US" dirty="0"/>
          </a:p>
          <a:p>
            <a:pPr lvl="2"/>
            <a:r>
              <a:rPr lang="zh-TW" altLang="en-US" dirty="0"/>
              <a:t>階層三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6117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9" name="Picture 38"/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052389"/>
            <a:ext cx="2401824" cy="1493520"/>
          </a:xfrm>
          <a:prstGeom prst="rect">
            <a:avLst/>
          </a:prstGeom>
        </p:spPr>
      </p:pic>
      <p:sp>
        <p:nvSpPr>
          <p:cNvPr id="42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sp>
        <p:nvSpPr>
          <p:cNvPr id="43" name="Rectangle 42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11F74F74-1924-4EC1-A45C-D0D728B06327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5" name="圖形 10">
            <a:extLst>
              <a:ext uri="{FF2B5EF4-FFF2-40B4-BE49-F238E27FC236}">
                <a16:creationId xmlns:a16="http://schemas.microsoft.com/office/drawing/2014/main" id="{A436D686-210A-040B-DF12-F1FC1446E312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C444A8C-1181-AE38-A9F4-1CC27D8C3A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2808632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02" r:id="rId2"/>
    <p:sldLayoutId id="2147483703" r:id="rId3"/>
    <p:sldLayoutId id="2147483704" r:id="rId4"/>
    <p:sldLayoutId id="2147483714" r:id="rId5"/>
    <p:sldLayoutId id="2147483705" r:id="rId6"/>
    <p:sldLayoutId id="2147483716" r:id="rId7"/>
    <p:sldLayoutId id="2147483707" r:id="rId8"/>
    <p:sldLayoutId id="2147483708" r:id="rId9"/>
    <p:sldLayoutId id="2147483723" r:id="rId10"/>
    <p:sldLayoutId id="2147483724" r:id="rId11"/>
    <p:sldLayoutId id="2147483725" r:id="rId12"/>
    <p:sldLayoutId id="2147483726" r:id="rId13"/>
  </p:sldLayoutIdLst>
  <p:hf hdr="0" ftr="0"/>
  <p:txStyles>
    <p:titleStyle>
      <a:lvl1pPr algn="just" defTabSz="534439" rtl="0" eaLnBrk="1" latinLnBrk="0" hangingPunct="0">
        <a:lnSpc>
          <a:spcPct val="120000"/>
        </a:lnSpc>
        <a:spcBef>
          <a:spcPts val="1000"/>
        </a:spcBef>
        <a:buNone/>
        <a:defRPr sz="3800" b="1" i="0" kern="1200" spc="-100" baseline="0">
          <a:solidFill>
            <a:schemeClr val="tx2"/>
          </a:solidFill>
          <a:latin typeface="Calibri" panose="020F0502020204030204" pitchFamily="34" charset="0"/>
          <a:ea typeface="微軟正黑體"/>
          <a:cs typeface="Calibri"/>
        </a:defRPr>
      </a:lvl1pPr>
    </p:titleStyle>
    <p:bodyStyle>
      <a:lvl1pPr marL="265113" indent="-265113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Arial"/>
        <a:buChar char="•"/>
        <a:defRPr sz="28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Calibri"/>
        </a:defRPr>
      </a:lvl1pPr>
      <a:lvl2pPr marL="569913" indent="-304800" algn="l" defTabSz="534439" rtl="0" eaLnBrk="1" latinLnBrk="0" hangingPunct="0">
        <a:lnSpc>
          <a:spcPct val="120000"/>
        </a:lnSpc>
        <a:spcBef>
          <a:spcPts val="400"/>
        </a:spcBef>
        <a:buFontTx/>
        <a:buBlip>
          <a:blip r:embed="rId18"/>
        </a:buBlip>
        <a:tabLst>
          <a:tab pos="447675" algn="l"/>
        </a:tabLst>
        <a:defRPr sz="24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2pPr>
      <a:lvl3pPr marL="842963" indent="-268288" algn="l" defTabSz="534439" rtl="0" eaLnBrk="1" latinLnBrk="0" hangingPunct="0">
        <a:lnSpc>
          <a:spcPct val="120000"/>
        </a:lnSpc>
        <a:spcBef>
          <a:spcPts val="400"/>
        </a:spcBef>
        <a:buClr>
          <a:schemeClr val="tx2"/>
        </a:buClr>
        <a:buFont typeface="Heiti TC Light"/>
        <a:buChar char="»"/>
        <a:defRPr sz="2000" kern="1200" baseline="0">
          <a:solidFill>
            <a:schemeClr val="tx1">
              <a:lumMod val="50000"/>
            </a:schemeClr>
          </a:solidFill>
          <a:latin typeface="Calibri Light" panose="020F0302020204030204" pitchFamily="34" charset="0"/>
          <a:ea typeface="微軟正黑體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7320" y="3317790"/>
            <a:ext cx="12857276" cy="1054772"/>
          </a:xfrm>
          <a:prstGeom prst="rect">
            <a:avLst/>
          </a:prstGeom>
        </p:spPr>
        <p:txBody>
          <a:bodyPr vert="horz" wrap="square" lIns="106887" tIns="53444" rIns="106887" bIns="53444" rtlCol="0" anchor="ctr" anchorCtr="0">
            <a:spAutoFit/>
          </a:bodyPr>
          <a:lstStyle/>
          <a:p>
            <a:r>
              <a:rPr lang="zh-TW" altLang="en-US" dirty="0"/>
              <a:t>單元標題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7083" y="7735511"/>
            <a:ext cx="981585" cy="140091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algn="ctr">
              <a:defRPr sz="1200" baseline="0">
                <a:solidFill>
                  <a:srgbClr val="002662"/>
                </a:solidFill>
                <a:latin typeface="Calibri Light"/>
                <a:ea typeface="微軟正黑體" panose="020B0604030504040204" pitchFamily="34" charset="-120"/>
              </a:defRPr>
            </a:lvl1pPr>
          </a:lstStyle>
          <a:p>
            <a:fld id="{0837AD97-F8C7-9D44-92E0-3E7A90683A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7526067"/>
            <a:ext cx="14255750" cy="44628"/>
          </a:xfrm>
          <a:prstGeom prst="rect">
            <a:avLst/>
          </a:prstGeom>
          <a:gradFill>
            <a:gsLst>
              <a:gs pos="0">
                <a:srgbClr val="3CE7FF"/>
              </a:gs>
              <a:gs pos="50000">
                <a:srgbClr val="46ABF4"/>
              </a:gs>
              <a:gs pos="85000">
                <a:srgbClr val="2A5AE6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3" name="Footer Placeholder 4"/>
          <p:cNvSpPr txBox="1">
            <a:spLocks/>
          </p:cNvSpPr>
          <p:nvPr userDrawn="1"/>
        </p:nvSpPr>
        <p:spPr>
          <a:xfrm>
            <a:off x="11291404" y="7745169"/>
            <a:ext cx="2152690" cy="140091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534439" rtl="0" eaLnBrk="1" latinLnBrk="0" hangingPunct="1">
              <a:defRPr sz="1200" kern="1200">
                <a:solidFill>
                  <a:srgbClr val="002662"/>
                </a:solidFill>
                <a:latin typeface="Calibri Light"/>
                <a:ea typeface="+mn-ea"/>
                <a:cs typeface="+mn-cs"/>
              </a:defRPr>
            </a:lvl1pPr>
            <a:lvl2pPr marL="534439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6887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3318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37755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72196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0663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41073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75512" algn="l" defTabSz="534439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© USI, All rights reserved</a:t>
            </a:r>
            <a:r>
              <a:rPr lang="en-US" b="0" baseline="0" dirty="0">
                <a:ea typeface="微軟正黑體" panose="020B0604030504040204" pitchFamily="34" charset="-120"/>
              </a:rPr>
              <a:t>.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2705F1E-ED5C-4A8A-BE46-62B430B5221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424857" y="15773"/>
            <a:ext cx="1188000" cy="831121"/>
          </a:xfrm>
          <a:prstGeom prst="rect">
            <a:avLst/>
          </a:prstGeom>
        </p:spPr>
      </p:pic>
      <p:pic>
        <p:nvPicPr>
          <p:cNvPr id="3" name="圖形 10">
            <a:extLst>
              <a:ext uri="{FF2B5EF4-FFF2-40B4-BE49-F238E27FC236}">
                <a16:creationId xmlns:a16="http://schemas.microsoft.com/office/drawing/2014/main" id="{2C18E844-0A3F-3664-123C-796ECC982A5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856447" y="7685575"/>
            <a:ext cx="1043479" cy="18000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905CBB5-022B-E5A4-9125-DE4FB4C938D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2700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** USI INTERNAL **</a:t>
            </a:r>
          </a:p>
        </p:txBody>
      </p:sp>
    </p:spTree>
    <p:extLst>
      <p:ext uri="{BB962C8B-B14F-4D97-AF65-F5344CB8AC3E}">
        <p14:creationId xmlns:p14="http://schemas.microsoft.com/office/powerpoint/2010/main" val="17860146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</p:sldLayoutIdLst>
  <p:hf hdr="0" ftr="0"/>
  <p:txStyles>
    <p:titleStyle>
      <a:lvl1pPr algn="l" defTabSz="534439" rtl="0" eaLnBrk="1" latinLnBrk="0" hangingPunct="1">
        <a:lnSpc>
          <a:spcPts val="7060"/>
        </a:lnSpc>
        <a:spcBef>
          <a:spcPct val="0"/>
        </a:spcBef>
        <a:buNone/>
        <a:defRPr sz="6600" b="1" i="0" kern="1200" spc="-100" baseline="0">
          <a:solidFill>
            <a:srgbClr val="002662"/>
          </a:solidFill>
          <a:latin typeface="Calibri" panose="020F0502020204030204" pitchFamily="34" charset="0"/>
          <a:ea typeface="微軟正黑體"/>
          <a:cs typeface="+mj-cs"/>
        </a:defRPr>
      </a:lvl1pPr>
    </p:titleStyle>
    <p:bodyStyle>
      <a:lvl1pPr marL="265113" indent="-265113" algn="l" defTabSz="534439" rtl="0" eaLnBrk="1" latinLnBrk="0" hangingPunct="1">
        <a:lnSpc>
          <a:spcPts val="3730"/>
        </a:lnSpc>
        <a:spcBef>
          <a:spcPts val="0"/>
        </a:spcBef>
        <a:buClr>
          <a:schemeClr val="tx2"/>
        </a:buClr>
        <a:buFont typeface="Arial"/>
        <a:buChar char="•"/>
        <a:defRPr sz="2800" kern="1200">
          <a:solidFill>
            <a:schemeClr val="tx1"/>
          </a:solidFill>
          <a:latin typeface="Calibri Light"/>
          <a:ea typeface="+mn-ea"/>
          <a:cs typeface="+mn-cs"/>
        </a:defRPr>
      </a:lvl1pPr>
      <a:lvl2pPr marL="538163" indent="-273050" algn="l" defTabSz="534439" rtl="0" eaLnBrk="1" latinLnBrk="0" hangingPunct="1">
        <a:lnSpc>
          <a:spcPts val="3730"/>
        </a:lnSpc>
        <a:spcBef>
          <a:spcPts val="0"/>
        </a:spcBef>
        <a:buFontTx/>
        <a:buBlip>
          <a:blip r:embed="rId7"/>
        </a:buBlip>
        <a:tabLst>
          <a:tab pos="447675" algn="l"/>
        </a:tabLst>
        <a:defRPr sz="2400" kern="1200">
          <a:solidFill>
            <a:schemeClr val="tx1"/>
          </a:solidFill>
          <a:latin typeface="Calibri Light"/>
          <a:ea typeface="+mn-ea"/>
          <a:cs typeface="+mn-cs"/>
        </a:defRPr>
      </a:lvl2pPr>
      <a:lvl3pPr marL="777875" indent="-239713" algn="l" defTabSz="534439" rtl="0" eaLnBrk="1" latinLnBrk="0" hangingPunct="1">
        <a:lnSpc>
          <a:spcPts val="2800"/>
        </a:lnSpc>
        <a:spcBef>
          <a:spcPts val="750"/>
        </a:spcBef>
        <a:buClr>
          <a:schemeClr val="tx2"/>
        </a:buClr>
        <a:buFont typeface="Heiti TC Light"/>
        <a:buChar char="»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3pPr>
      <a:lvl4pPr marL="1870537" indent="-267220" algn="l" defTabSz="534439" rtl="0" eaLnBrk="1" latinLnBrk="0" hangingPunct="1">
        <a:lnSpc>
          <a:spcPts val="2800"/>
        </a:lnSpc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4pPr>
      <a:lvl5pPr marL="2404974" indent="-267220" algn="l" defTabSz="534439" rtl="0" eaLnBrk="1" latinLnBrk="0" hangingPunct="1">
        <a:lnSpc>
          <a:spcPts val="2800"/>
        </a:lnSpc>
        <a:spcBef>
          <a:spcPct val="20000"/>
        </a:spcBef>
        <a:buFont typeface="Heiti TC Light"/>
        <a:buChar char="–"/>
        <a:defRPr sz="2000" kern="1200">
          <a:solidFill>
            <a:schemeClr val="tx1"/>
          </a:solidFill>
          <a:latin typeface="Calibri Light"/>
          <a:ea typeface="+mn-ea"/>
          <a:cs typeface="+mn-cs"/>
        </a:defRPr>
      </a:lvl5pPr>
      <a:lvl6pPr marL="2939414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73853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08292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42731" indent="-267220" algn="l" defTabSz="534439" rtl="0" eaLnBrk="1" latinLnBrk="0" hangingPunct="1">
        <a:spcBef>
          <a:spcPct val="20000"/>
        </a:spcBef>
        <a:buFont typeface="Arial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34439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6887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3318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37755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72196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0663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741073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75512" algn="l" defTabSz="534439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194" y="2276047"/>
            <a:ext cx="13408136" cy="2226973"/>
          </a:xfrm>
        </p:spPr>
        <p:txBody>
          <a:bodyPr/>
          <a:lstStyle/>
          <a:p>
            <a:r>
              <a:rPr lang="en-US" sz="8500" dirty="0"/>
              <a:t>Weekly Report – 2026 WK29</a:t>
            </a:r>
            <a:br>
              <a:rPr lang="en-US" sz="8500" dirty="0"/>
            </a:br>
            <a:endParaRPr lang="en-US" sz="85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HungFu Lin</a:t>
            </a:r>
          </a:p>
          <a:p>
            <a:r>
              <a:rPr lang="en-US" dirty="0"/>
              <a:t>AMMS/MWC/TD&amp;SW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6949" y="5487062"/>
            <a:ext cx="5220000" cy="426993"/>
          </a:xfrm>
        </p:spPr>
        <p:txBody>
          <a:bodyPr/>
          <a:lstStyle/>
          <a:p>
            <a:r>
              <a:rPr lang="en-US" altLang="zh-TW" dirty="0"/>
              <a:t>17</a:t>
            </a:r>
            <a:r>
              <a:rPr lang="en-US" altLang="zh-TW" baseline="30000" dirty="0"/>
              <a:t>th</a:t>
            </a:r>
            <a:r>
              <a:rPr lang="en-US" altLang="zh-TW" dirty="0"/>
              <a:t> July 2026</a:t>
            </a:r>
          </a:p>
        </p:txBody>
      </p:sp>
    </p:spTree>
    <p:extLst>
      <p:ext uri="{BB962C8B-B14F-4D97-AF65-F5344CB8AC3E}">
        <p14:creationId xmlns:p14="http://schemas.microsoft.com/office/powerpoint/2010/main" val="403495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35850A-CA79-3371-9C55-14181A424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CAB7585E-6EDA-7B52-E858-EE2BBDBCD3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2860081"/>
              </p:ext>
            </p:extLst>
          </p:nvPr>
        </p:nvGraphicFramePr>
        <p:xfrm>
          <a:off x="727671" y="1372926"/>
          <a:ext cx="13347362" cy="4908299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0875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1</a:t>
                      </a:r>
                      <a:endParaRPr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[WM2308-EXT1] – </a:t>
                      </a:r>
                      <a:r>
                        <a:rPr lang="en-US" altLang="zh-TW" sz="1400" b="1" i="1" kern="1200" dirty="0" err="1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RFDate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Test Log Converter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6/1</a:t>
                      </a:r>
                    </a:p>
                  </a:txBody>
                  <a:tcPr marL="54299" marR="54299" marT="54299" marB="54299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6/2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6/2</a:t>
                      </a: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1. Modify RX-Blocking translation rule. (Done)</a:t>
                      </a:r>
                      <a:endParaRPr lang="zh-TW" altLang="en-US" sz="1200" b="1" i="1" kern="120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54299" marR="54299" marT="54299" marB="54299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8882717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2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  <a:endParaRPr lang="en-US" altLang="zh-TW" sz="1400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[WM2308/WM2305] – TD support –Octavia tool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7/13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7/17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Release Octavia tool v3.5.0 and v3.5.1 (Done)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1.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修改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mfg_info.ini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PN_Code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，不允許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NA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與數值並存。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2. step6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反查由「送兩筆」改為「依 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只送一筆」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3. NR1 step1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／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step2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依 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Work_Orders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決定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走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TEST_ID7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或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[VR] 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4.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→ step1/step2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的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值一律帶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     5.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修正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step6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比對：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TP_NAME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含 </a:t>
                      </a:r>
                      <a:r>
                        <a:rPr lang="en-US" altLang="zh-TW" sz="1200" b="1" i="1" kern="1200" baseline="0" dirty="0" err="1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SafeFuse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時，拆出的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FUSELVL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也補 </a:t>
                      </a:r>
                      <a:r>
                        <a:rPr lang="en-US" altLang="zh-TW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S </a:t>
                      </a:r>
                      <a:r>
                        <a:rPr lang="zh-TW" altLang="en-US" sz="1200" b="1" i="1" kern="1200" baseline="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Calibri"/>
                        </a:rPr>
                        <a:t>再比對</a:t>
                      </a:r>
                      <a:endParaRPr lang="en-US" altLang="zh-TW" sz="1200" b="1" i="1" kern="1200" baseline="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073438"/>
                  </a:ext>
                </a:extLst>
              </a:tr>
              <a:tr h="1318770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3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Ongoing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 New transmission platform between ATE&amp;SFIS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rgbClr val="0000FF"/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sngStrike" kern="1200" baseline="0" dirty="0">
                          <a:solidFill>
                            <a:srgbClr val="0000FF"/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7/10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rgbClr val="0000FF"/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 project module and config.(Ongoing)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Trail run all projects.(2035NR…2308T1_OQC)</a:t>
                      </a:r>
                    </a:p>
                    <a:p>
                      <a:pPr marL="0" marR="0" lvl="0" indent="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       - ATE to Mars, Mars to SFIS, SFIS to Mars.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727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558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874EB-807B-103F-AF1E-C93F31722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47B64-A0AC-CCD5-4A48-0738F121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671" y="565298"/>
            <a:ext cx="12716124" cy="797351"/>
          </a:xfrm>
        </p:spPr>
        <p:txBody>
          <a:bodyPr/>
          <a:lstStyle/>
          <a:p>
            <a:r>
              <a:rPr lang="en-US" altLang="zh-TW" dirty="0"/>
              <a:t>Status report</a:t>
            </a:r>
            <a:endParaRPr lang="zh-TW" altLang="en-US" dirty="0"/>
          </a:p>
        </p:txBody>
      </p:sp>
      <p:graphicFrame>
        <p:nvGraphicFramePr>
          <p:cNvPr id="4" name="Table 214">
            <a:extLst>
              <a:ext uri="{FF2B5EF4-FFF2-40B4-BE49-F238E27FC236}">
                <a16:creationId xmlns:a16="http://schemas.microsoft.com/office/drawing/2014/main" id="{38A9A76A-0395-D461-0C0F-F94B1FA3D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2412436"/>
              </p:ext>
            </p:extLst>
          </p:nvPr>
        </p:nvGraphicFramePr>
        <p:xfrm>
          <a:off x="727671" y="1372926"/>
          <a:ext cx="13347362" cy="2719736"/>
        </p:xfrm>
        <a:graphic>
          <a:graphicData uri="http://schemas.openxmlformats.org/drawingml/2006/table">
            <a:tbl>
              <a:tblPr/>
              <a:tblGrid>
                <a:gridCol w="564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9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09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4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82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07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6427"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ID #</a:t>
                      </a:r>
                    </a:p>
                  </a:txBody>
                  <a:tcPr marL="63500" marR="63500" marT="63500" marB="63500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Event Description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tc gridSpan="2"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Plan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>
                      <a:solidFill>
                        <a:srgbClr val="505050"/>
                      </a:solidFill>
                      <a:round/>
                    </a:lnB>
                    <a:solidFill>
                      <a:srgbClr val="2A6AE2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dirty="0">
                          <a:solidFill>
                            <a:srgbClr val="FFFFFF"/>
                          </a:solidFill>
                        </a:rPr>
                        <a:t>To-do &amp; Status update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6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427"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Start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End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sz="1400" b="1" i="1" dirty="0">
                          <a:solidFill>
                            <a:srgbClr val="505050"/>
                          </a:solidFill>
                        </a:rPr>
                        <a:t>Finish</a:t>
                      </a:r>
                    </a:p>
                  </a:txBody>
                  <a:tcPr marL="63500" marR="63500" marT="63500" marB="63500" horzOverflow="overflow">
                    <a:lnL w="12700">
                      <a:solidFill>
                        <a:srgbClr val="505050"/>
                      </a:solidFill>
                      <a:round/>
                    </a:lnL>
                    <a:lnR w="12700">
                      <a:solidFill>
                        <a:srgbClr val="505050"/>
                      </a:solidFill>
                      <a:round/>
                    </a:lnR>
                    <a:lnT w="12700">
                      <a:solidFill>
                        <a:srgbClr val="505050"/>
                      </a:solidFill>
                      <a:round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TW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>
                          <a:solidFill>
                            <a:srgbClr val="0000FF"/>
                          </a:solidFill>
                        </a:rPr>
                        <a:t>4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Done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AI coding agent project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6/29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7/3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SmartQC</a:t>
                      </a: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: AI-Powered Visual Inspection for Unmanned Manufacturing (Done)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15562"/>
                  </a:ext>
                </a:extLst>
              </a:tr>
              <a:tr h="762602">
                <a:tc>
                  <a:txBody>
                    <a:bodyPr/>
                    <a:lstStyle/>
                    <a:p>
                      <a:pPr lvl="0" algn="l"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400" dirty="0">
                          <a:solidFill>
                            <a:srgbClr val="0000FF"/>
                          </a:solidFill>
                        </a:rPr>
                        <a:t>5</a:t>
                      </a:r>
                      <a:endParaRPr sz="1400" dirty="0">
                        <a:solidFill>
                          <a:srgbClr val="0000FF"/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dirty="0">
                          <a:solidFill>
                            <a:srgbClr val="0000FF"/>
                          </a:solidFill>
                        </a:rPr>
                        <a:t>Pending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1" i="1" dirty="0">
                          <a:solidFill>
                            <a:schemeClr val="tx1">
                              <a:lumMod val="50000"/>
                            </a:schemeClr>
                          </a:solidFill>
                        </a:rPr>
                        <a:t>[Miscellaneous]</a:t>
                      </a:r>
                      <a:r>
                        <a:rPr lang="en-US" altLang="zh-TW" sz="1400" b="1" i="1" kern="120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 – Adaptive and Modular Test System</a:t>
                      </a:r>
                      <a:endParaRPr lang="en-US" altLang="zh-TW" sz="1400" b="1" i="1" dirty="0">
                        <a:solidFill>
                          <a:schemeClr val="tx1">
                            <a:lumMod val="50000"/>
                          </a:schemeClr>
                        </a:solidFill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cs typeface="Calibri"/>
                          <a:sym typeface="Calibri"/>
                        </a:rPr>
                        <a:t>6/15</a:t>
                      </a:r>
                    </a:p>
                  </a:txBody>
                  <a:tcPr marL="63500" marR="63500" marT="63500" marB="63500" anchor="ctr" horzOverflow="overflow"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altLang="zh-TW" sz="1400" b="0" i="0" strike="noStrike" kern="1200" baseline="0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libri"/>
                          <a:ea typeface="+mn-ea"/>
                          <a:cs typeface="Calibri"/>
                          <a:sym typeface="Calibri"/>
                        </a:rPr>
                        <a:t>6/25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3466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800" b="0" i="0">
                          <a:solidFill>
                            <a:srgbClr val="000000"/>
                          </a:solidFill>
                        </a:defRPr>
                      </a:pPr>
                      <a:endParaRPr lang="en-US" altLang="zh-TW" sz="1400" b="0" i="0" strike="noStrike" kern="1200" baseline="0" dirty="0">
                        <a:solidFill>
                          <a:schemeClr val="tx1">
                            <a:lumMod val="50000"/>
                          </a:schemeClr>
                        </a:solidFill>
                        <a:latin typeface="Calibri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Architecture Design — Defined a modular 4-layer architecture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Manager Responsibility Specification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DUT Connection Topology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Unified Internal Message Format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Add DUT plug in layer.</a:t>
                      </a:r>
                    </a:p>
                    <a:p>
                      <a:pPr marL="228600" marR="0" lvl="0" indent="-228600" algn="l" defTabSz="5344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200" b="1" i="1" kern="120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Calibri"/>
                        </a:rPr>
                        <a:t>Study the code flow.</a:t>
                      </a:r>
                    </a:p>
                  </a:txBody>
                  <a:tcPr marL="63500" marR="63500" marT="63500" marB="63500" anchor="ctr" horzOverflow="overflow">
                    <a:lnL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05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452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6759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61047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Contents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Section Break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封面/感謝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內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 Light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6.xml><?xml version="1.0" encoding="utf-8"?>
<a:theme xmlns:a="http://schemas.openxmlformats.org/drawingml/2006/main" name="單元主題頁">
  <a:themeElements>
    <a:clrScheme name="USI THEME-1">
      <a:dk1>
        <a:srgbClr val="505050"/>
      </a:dk1>
      <a:lt1>
        <a:srgbClr val="FFFFFF"/>
      </a:lt1>
      <a:dk2>
        <a:srgbClr val="235FCD"/>
      </a:dk2>
      <a:lt2>
        <a:srgbClr val="FFFFFF"/>
      </a:lt2>
      <a:accent1>
        <a:srgbClr val="F15F2C"/>
      </a:accent1>
      <a:accent2>
        <a:srgbClr val="A249A6"/>
      </a:accent2>
      <a:accent3>
        <a:srgbClr val="6C932A"/>
      </a:accent3>
      <a:accent4>
        <a:srgbClr val="FFE600"/>
      </a:accent4>
      <a:accent5>
        <a:srgbClr val="2A6AE2"/>
      </a:accent5>
      <a:accent6>
        <a:srgbClr val="32E49D"/>
      </a:accent6>
      <a:hlink>
        <a:srgbClr val="3C97E8"/>
      </a:hlink>
      <a:folHlink>
        <a:srgbClr val="A249A6"/>
      </a:folHlink>
    </a:clrScheme>
    <a:fontScheme name="USI_THEME_FONT">
      <a:majorFont>
        <a:latin typeface="Calibri"/>
        <a:ea typeface=""/>
        <a:cs typeface=""/>
        <a:font script="Jpan" typeface="ＭＳ ゴシック"/>
        <a:font script="Hang" typeface="맑은 고딕"/>
        <a:font script="Hans" typeface="微軟正黑體"/>
        <a:font script="Hant" typeface="微軟正黑體"/>
        <a:font script="Arab" typeface="Calibri"/>
        <a:font script="Hebr" typeface="Calibri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微軟正黑體"/>
        <a:font script="Hant" typeface="微軟正黑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 anchor="t" anchorCtr="0">
        <a:spAutoFit/>
      </a:bodyPr>
      <a:lstStyle>
        <a:defPPr>
          <a:lnSpc>
            <a:spcPts val="3730"/>
          </a:lnSpc>
          <a:defRPr sz="2800" b="0" i="0" dirty="0" smtClean="0">
            <a:solidFill>
              <a:schemeClr val="tx1"/>
            </a:solidFill>
            <a:latin typeface="Calibri Light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10215</TotalTime>
  <Words>327</Words>
  <Application>Microsoft Office PowerPoint</Application>
  <PresentationFormat>自訂</PresentationFormat>
  <Paragraphs>72</Paragraphs>
  <Slides>4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6</vt:i4>
      </vt:variant>
      <vt:variant>
        <vt:lpstr>投影片標題</vt:lpstr>
      </vt:variant>
      <vt:variant>
        <vt:i4>4</vt:i4>
      </vt:variant>
    </vt:vector>
  </HeadingPairs>
  <TitlesOfParts>
    <vt:vector size="14" baseType="lpstr">
      <vt:lpstr>Heiti TC Light</vt:lpstr>
      <vt:lpstr>Arial</vt:lpstr>
      <vt:lpstr>Calibri</vt:lpstr>
      <vt:lpstr>Calibri Light</vt:lpstr>
      <vt:lpstr>Cover and End</vt:lpstr>
      <vt:lpstr>Contents</vt:lpstr>
      <vt:lpstr>Section Break</vt:lpstr>
      <vt:lpstr>封面/感謝頁</vt:lpstr>
      <vt:lpstr>內頁</vt:lpstr>
      <vt:lpstr>單元主題頁</vt:lpstr>
      <vt:lpstr>Weekly Report – 2026 WK29 </vt:lpstr>
      <vt:lpstr>Status report</vt:lpstr>
      <vt:lpstr>Status report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Hung Fu Lin 林鴻富</cp:lastModifiedBy>
  <cp:revision>549</cp:revision>
  <dcterms:created xsi:type="dcterms:W3CDTF">2020-05-05T05:12:04Z</dcterms:created>
  <dcterms:modified xsi:type="dcterms:W3CDTF">2026-07-17T02:17:01Z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0990019-69d0-4f67-aa1a-7a16b0cd57ee_Enabled">
    <vt:lpwstr>true</vt:lpwstr>
  </property>
  <property fmtid="{D5CDD505-2E9C-101B-9397-08002B2CF9AE}" pid="3" name="MSIP_Label_30990019-69d0-4f67-aa1a-7a16b0cd57ee_SetDate">
    <vt:lpwstr>2024-06-21T02:08:23Z</vt:lpwstr>
  </property>
  <property fmtid="{D5CDD505-2E9C-101B-9397-08002B2CF9AE}" pid="4" name="MSIP_Label_30990019-69d0-4f67-aa1a-7a16b0cd57ee_Method">
    <vt:lpwstr>Standard</vt:lpwstr>
  </property>
  <property fmtid="{D5CDD505-2E9C-101B-9397-08002B2CF9AE}" pid="5" name="MSIP_Label_30990019-69d0-4f67-aa1a-7a16b0cd57ee_Name">
    <vt:lpwstr>內部</vt:lpwstr>
  </property>
  <property fmtid="{D5CDD505-2E9C-101B-9397-08002B2CF9AE}" pid="6" name="MSIP_Label_30990019-69d0-4f67-aa1a-7a16b0cd57ee_SiteId">
    <vt:lpwstr>5da1b511-8692-4584-a1a3-33c1c278c305</vt:lpwstr>
  </property>
  <property fmtid="{D5CDD505-2E9C-101B-9397-08002B2CF9AE}" pid="7" name="MSIP_Label_30990019-69d0-4f67-aa1a-7a16b0cd57ee_ActionId">
    <vt:lpwstr>cf11a69f-5dae-43dc-b494-adceb5bf99ae</vt:lpwstr>
  </property>
  <property fmtid="{D5CDD505-2E9C-101B-9397-08002B2CF9AE}" pid="8" name="MSIP_Label_30990019-69d0-4f67-aa1a-7a16b0cd57ee_ContentBits">
    <vt:lpwstr>1</vt:lpwstr>
  </property>
  <property fmtid="{D5CDD505-2E9C-101B-9397-08002B2CF9AE}" pid="9" name="ClassificationContentMarkingHeaderLocations">
    <vt:lpwstr>Cover and End:4\Contents:6\Section Break:5\封面/感謝頁:5\內頁:7\單元主題頁:5</vt:lpwstr>
  </property>
  <property fmtid="{D5CDD505-2E9C-101B-9397-08002B2CF9AE}" pid="10" name="ClassificationContentMarkingHeaderText">
    <vt:lpwstr>** USI INTERNAL **</vt:lpwstr>
  </property>
</Properties>
</file>
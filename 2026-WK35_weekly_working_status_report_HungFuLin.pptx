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11"/>
  </p:notesMasterIdLst>
  <p:handoutMasterIdLst>
    <p:handoutMasterId r:id="rId12"/>
  </p:handoutMasterIdLst>
  <p:sldIdLst>
    <p:sldId id="258" r:id="rId7"/>
    <p:sldId id="292" r:id="rId8"/>
    <p:sldId id="365" r:id="rId9"/>
    <p:sldId id="363" r:id="rId10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3" autoAdjust="0"/>
    <p:restoredTop sz="92007" autoAdjust="0"/>
  </p:normalViewPr>
  <p:slideViewPr>
    <p:cSldViewPr snapToGrid="0" snapToObjects="1">
      <p:cViewPr varScale="1">
        <p:scale>
          <a:sx n="80" d="100"/>
          <a:sy n="80" d="100"/>
        </p:scale>
        <p:origin x="228" y="56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016E-7633-29EA-326C-759FCB5D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B9A561-32FA-B0A2-C6A0-C069E32F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4BCE77-C85C-7722-4588-ECD7692D7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9ADA51-0BA1-CCEA-0510-CA9879F08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6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August 28,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August 28,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19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2276047"/>
            <a:ext cx="13408136" cy="2226973"/>
          </a:xfrm>
        </p:spPr>
        <p:txBody>
          <a:bodyPr/>
          <a:lstStyle/>
          <a:p>
            <a:r>
              <a:rPr lang="en-US" sz="8500" dirty="0"/>
              <a:t>Weekly Report – 2026 WK35</a:t>
            </a:r>
            <a:br>
              <a:rPr lang="en-US" sz="8500" dirty="0"/>
            </a:br>
            <a:endParaRPr lang="en-US" sz="8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28</a:t>
            </a:r>
            <a:r>
              <a:rPr lang="en-US" altLang="zh-TW" baseline="30000" dirty="0"/>
              <a:t>th</a:t>
            </a:r>
            <a:r>
              <a:rPr lang="en-US" altLang="zh-TW" dirty="0"/>
              <a:t> August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996996"/>
              </p:ext>
            </p:extLst>
          </p:nvPr>
        </p:nvGraphicFramePr>
        <p:xfrm>
          <a:off x="727671" y="1372926"/>
          <a:ext cx="13347362" cy="4806942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38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1. </a:t>
                      </a: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Added auto-compatibility for the sensitivity field (sensitivity_per-dBm)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(Done)</a:t>
                      </a:r>
                      <a:endParaRPr lang="zh-TW" altLang="en-US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7/13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Release Octavia tool v3.5.0 and v3.5.1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1.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修改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mfg_info.ini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PN_Code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，不允許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NA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與數值並存。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2. 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反查由「送兩筆」改為「依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只送一筆」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3. NR1 step1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決定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走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TEST_ID7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或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[VR] 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4.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→ step1/step2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值一律帶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5.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比對：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時，拆出的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也補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再比對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3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Awaiting production-line feedback for further adjustment.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1318770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New transmission platform between ATE&amp;SFIS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8/10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Using Gemini CLI (via MCP) for cross-model code review of the Octavia SFIS Tool.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Push it to git server (</a:t>
                      </a:r>
                      <a:r>
                        <a:rPr lang="en-US" altLang="zh-TW" sz="11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New_Octavia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) on 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2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74EB-807B-103F-AF1E-C93F3172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47B64-A0AC-CCD5-4A48-0738F12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38A9A76A-0395-D461-0C0F-F94B1FA3D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8748273"/>
              </p:ext>
            </p:extLst>
          </p:nvPr>
        </p:nvGraphicFramePr>
        <p:xfrm>
          <a:off x="727671" y="1372926"/>
          <a:ext cx="13347362" cy="2536856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Adaptive and Modular Test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Systesms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8/28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rgbClr val="0000FF"/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Integration projects - </a:t>
                      </a: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WIFI_Harmonic 諧波測試導入 UATE，真機驗證通過</a:t>
                      </a:r>
                      <a:endParaRPr lang="en-US" altLang="zh-TW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Added three-stage pre-run validation to catch config errors early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- </a:t>
                      </a: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Introduce automated regression tests 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378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75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10850</TotalTime>
  <Words>365</Words>
  <Application>Microsoft Office PowerPoint</Application>
  <PresentationFormat>自訂</PresentationFormat>
  <Paragraphs>70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4</vt:i4>
      </vt:variant>
    </vt:vector>
  </HeadingPairs>
  <TitlesOfParts>
    <vt:vector size="14" baseType="lpstr">
      <vt:lpstr>Heiti TC Light</vt:lpstr>
      <vt:lpstr>Arial</vt:lpstr>
      <vt:lpstr>Calibri</vt:lpstr>
      <vt:lpstr>Calibri Light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WK35 </vt:lpstr>
      <vt:lpstr>Status report</vt:lpstr>
      <vt:lpstr>Status report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567</cp:revision>
  <dcterms:created xsi:type="dcterms:W3CDTF">2020-05-05T05:12:04Z</dcterms:created>
  <dcterms:modified xsi:type="dcterms:W3CDTF">2026-08-28T02:55:05Z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